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1"/>
  </p:notesMasterIdLst>
  <p:sldIdLst>
    <p:sldId id="259" r:id="rId4"/>
    <p:sldId id="268" r:id="rId5"/>
    <p:sldId id="260" r:id="rId6"/>
    <p:sldId id="262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tto-Null-Emissionen (Publikation)" id="{080AD1B5-37BE-4244-9A44-72D8FB115F19}">
          <p14:sldIdLst>
            <p14:sldId id="259"/>
          </p14:sldIdLst>
        </p14:section>
        <p14:section name="Netto-Null-Emissionen (Homepage)" id="{2637B658-E809-4537-A730-408DB72E3D7B}">
          <p14:sldIdLst>
            <p14:sldId id="268"/>
          </p14:sldIdLst>
        </p14:section>
        <p14:section name="CCU-Pfade (Publikation)" id="{92A54FAE-015F-446C-8520-D0303F548809}">
          <p14:sldIdLst>
            <p14:sldId id="260"/>
          </p14:sldIdLst>
        </p14:section>
        <p14:section name="CCU-Pfade (Homepage)" id="{3481103D-F314-423F-8037-480528920744}">
          <p14:sldIdLst>
            <p14:sldId id="262"/>
            <p14:sldId id="263"/>
            <p14:sldId id="264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A00515-F6E8-828D-5907-FE3544538956}" name="Lapac, Anja" initials="LA" userId="S::lapac@Acatech.de::3bda57d3-df4d-4114-8079-51a99cd16b99" providerId="AD"/>
  <p188:author id="{930CDF2B-1CFD-6EC8-8B6F-AECB880CF25E}" name="Brändel, Tim" initials="BT" userId="S::braendel@acatech.de::b6de98bc-09b5-4915-b8f3-1ed7829ef34c" providerId="AD"/>
  <p188:author id="{79885361-84CA-D431-BEE2-F2F6E7FC3FF7}" name="Stark, Claire" initials="SC" userId="S::stark@Acatech.de::a1d1f10a-066b-4e7f-bd92-4456bddd5f81" providerId="AD"/>
  <p188:author id="{E6521C7C-AF24-C69E-F6F0-1B3AB67D3057}" name="Erlach, Berit" initials="EB" userId="S::erlach@acatech.de::b6920241-c27b-4892-a254-88a52693cbfb" providerId="AD"/>
  <p188:author id="{F088729B-0390-D9D9-47AC-4EFD92A2F804}" name="Brändel, Tim" initials="BT" userId="S::braendel@Acatech.de::b6de98bc-09b5-4915-b8f3-1ed7829ef34c" providerId="AD"/>
  <p188:author id="{EC089AB2-13DE-62E6-AC3A-A28AA3BEC7EC}" name="Pfeiffer, Johannes" initials="PJ" userId="S::j.pfeiffer@acatech.de::83093ecd-d8ae-4d7c-a656-565119117286" providerId="AD"/>
  <p188:author id="{BA67ADC5-6B53-0DC4-6672-AD894BB5457F}" name="Pfeiffer, Johannes" initials="PJ" userId="S::j.pfeiffer@Acatech.de::83093ecd-d8ae-4d7c-a656-5651191172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11DF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22E3D-E253-46C5-A0A0-AA9BF1F7A2CA}" v="7" dt="2023-06-26T06:47:16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" d="100"/>
          <a:sy n="12" d="100"/>
        </p:scale>
        <p:origin x="6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1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17 112,'0'0'271,"0"-5"1434,2 5-1375,-2 0-288,-1 0-1,1 0 1,0 0-1,0-1 0,0 1 1,0 0-1,0 0 1,0 0-1,0-1 0,0 1 1,0 0-1,0 0 1,0 0-1,0-1 0,0 1 1,0 0-1,0 0 1,0 0-1,0-1 1,0 1-1,0 0 0,0 0 1,0 0-1,1-1 1,-1 1-1,0 0 0,0 0 1,0 0-1,0 0 1,0-1-1,0 1 0,1 0 1,-1 0-1,0 0 1,0 0-1,0 0 1,0 0-1,1-1 0,-1 1 1,0 0-1,0 0 1,0 0-1,1 0 0,-1 0 1,0 0-1,0 0 1,0 0-1,1 0 0,-1 0 1,0 0-1,0 0 1,0 0-1,1 0 1,-1 0-1,0 0 0,0 0 1,0 0-1,1 0 1,-1 1-1,0-1 0,0 0 1,0 0-1,1 0 1,-1 0-1,0 0 1,0 0-1,0 1 0,0-1 1,1 0-1,-1-1-57,-20-4-4362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4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1993 0 88,'0'0'1061,"0"16"5160,3-26-5941,1 15 751,-1-4 66,-3 1-366,-10-5 288,-27 14-534,35-11-373,-29 6 313,-5-12-94,35 6-271,-30 0 502,24 0-552,-42-5 187,48 5-172,-20-1 125,14 1-94,1 1 0,0-2 0,0 1 1,0-1-1,-1 1 0,-9-4 0,14 3 59,0 0-80,0 1 0,0-1 0,0 0 1,-1 1-1,1 0 0,0-1 0,0 1 1,-1 0-1,1 0 0,0 0 0,-1 0 1,1 0-1,0 1 0,-3 0 0,-30 2 298,21-1-236,10-2-52,-1 1 0,1 0 0,-1-1 0,1 0 0,-1 0-1,1-1 1,-8-1 0,4 1 71,0 0 1,0 1-1,0 0 1,0 0-1,0 0 0,0 1 1,1 1-1,-1-1 0,0 1 1,-13 5-1,16-5-55,0-1 0,-1 0 0,1 0 0,-1 0 0,1-1 0,-1 0 0,-9-1 0,3 1 9,-8-5 192,18 4-241,1 0 1,0 1 0,-1-1 0,1 1-1,0-1 1,-1 1 0,1 0-1,-1-1 1,1 1 0,-1 0 0,1 0-1,0 0 1,-1 0 0,1 0-1,-1 0 1,1 1 0,-1-1 0,1 0-1,0 1 1,-3 0 0,-53 12 510,43-8-483,-1-1 0,0-1 0,0 0 0,0-1 0,-18 0 0,-6 0 45,29-6-31,-8-3-44,-13 2 4,-75 10 231,86-2-190,19-2-63,0-1 1,0 0 0,0 0 0,0 1-1,0-1 1,0 0 0,0 0-1,0 0 1,0 0 0,0 0 0,0 0-1,0-1 1,0 1 0,0 0 0,0 0-1,0-1 1,0 1 0,0 0-1,-2-2 1,-25 1-34,-61 7 93,53-6 8,34 0-46,-37 0 191,-20-5-119,30 2-92,-58 0-1,69 3 3,-23-11 105,-27 5-142,-2-5 183,-15 17 264,71-3-422,9-1 17,0-1-1,0 1 1,0-1 0,-1 0-1,1 0 1,0-1-1,0 0 1,-10 0 0,4 0 6,0 0 0,1 1 0,-1 0 0,0 1 0,-11 4 0,19-5-1,1 0-1,0 0 1,0 0-1,-1 0 1,1-1-1,-1 1 1,1-1-1,0 0 1,-1 1-1,1-1 0,-1 0 1,-2-1-1,-4 1 68,-35 4-943,-9 13-10955,36-10 7184,6-2 912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5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18 628,'3'2'1561,"13"7"7037,-8-8-5934,-5-6-4196,13-3 2666,5 4 3345,-19 4-3327,21 3 114,-15-1-998,135-13 1747,-117 13-1648,-22-1-300,1-1 0,0 1 1,0-1-1,0 0 0,-1 0 1,1-1-1,6-1 0,3-1 54,0 1-1,0 1 0,0 0 1,22 1-1,-11 1 106,14 4 69,15 0-21,-43-3-184,1-1 0,0 0 1,0 0-1,0-1 0,0-1 0,19-3 0,0 3 338,-29 2-398,1-1 1,-1 1-1,1-1 0,-1 0 1,1 0-1,-1 0 1,1 0-1,0-1 0,-1 1 1,0-1-1,1 0 1,3-1-1,-3 2-16,0-1 0,-1 1 1,1 0-1,0 0 0,0 0 0,-1 0 0,1 0 1,0 1-1,0-1 0,3 2 0,11 1 58,0-4-24,-16 1-44,0-1-1,1 1 1,-1 0 0,0 0-1,1 0 1,-1 1-1,0-1 1,1 0 0,-1 0-1,0 1 1,0-1-1,0 0 1,1 1-1,-1 0 1,0-1 0,0 1-1,1 0 1,63-5 548,-63 4-542,47 0 68,-41 0-74,37 6 15,-10-1 42,-30-5-62,-1 0-1,1 0 1,0 1 0,0 0-1,-1 0 1,1 0 0,0 0 0,7 4-1,-7-2 13,0-2-1,0 1 0,0 0 0,0-1 1,0 0-1,0 0 0,1-1 0,9 1 0,-10-1-1,1 1-1,0 0 1,0 1-1,0 0 1,-1 0-1,1 0 1,-1 0-1,11 7 1,-12-7-8,0 1 1,0-1-1,1 0 0,0 0 0,-1-1 1,1 1-1,0-1 0,7 1 0,75 4 112,-10-1 33,-56-4-136,-11-2 40,-1 0-1,1 0 1,-1 1-1,1 0 1,0 0-1,13 4 1,23 0 47,34-4 325,-72 2-371,11 5 0,-19-7-49,0 0-1,1 0 1,-1 0-1,0 0 1,1 0-1,-1 0 1,0 0 0,1 0-1,-1 0 1,0 0-1,1 0 1,-1 0-1,0 0 1,1 0-1,-1 0 1,0 0-1,1 0 1,-1 0 0,0-1-1,1 1 1,-1 0-1,0 0 1,0 0-1,1-1 1,-1 1-1,0 0 1,0 0-1,1-1 1,-1 1-1,0 0 1,0-1 0,0 1-1,1 0 1,-1 0-1,0-1 1,0 1-1,0 0 1,0-1-1,0 1 1,0 0-1,0-1 1,0 1 0,0 0-1,0-1 1,0 0 32,69-10 278,-22 22-138,-46-11-156,1 0-3,5 0-5,-4 0-11,7 2-7,-2-1-27,-10-3-34,-6-1-2151,-1 0 0,1 1 0,-1 0 0,0 0 0,-10 0 0,-4-1-4782,12 2 2161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1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0 720,'3'1'6501,"4"5"-2377,1-3-728,-7-1-3323,0-1 1,-1 0 0,1 1-1,-1-1 1,1 1-1,-1-1 1,0 1 0,0-1-1,0 1 1,1-1 0,-1 1-1,-1-1 1,1 1-1,0-1 1,0 1 0,-1 1-1,2 22 619,15 40 392,-15-59-1042,1 0 1,-1-1 0,0 1 0,-1-1-1,0 1 1,0 0 0,0-1 0,0 1-1,-2 6 1,1 13 142,-9 150 861,10-54-986,4-100-59,-4-20-1,0 0 1,1 0-1,-1 0 1,1 0-1,-1 1 1,0-1-1,0 0 1,0 0-1,0 1 1,0-1-1,0 0 1,0 0-1,0 1 1,0-1-1,-1 0 1,1 0-1,0 0 1,-1 1-1,1-1 1,-1 0-1,-1 2 1,1 0-1,0 1 0,0-1 0,0 1 0,0-1 0,1 1 1,-1 0-1,1-1 0,0 1 0,0 0 0,1 7 0,0-8 2,-1 0-1,0 1 0,0-1 0,0 1 0,0-1 0,0 1 1,-1-1-1,0 0 0,1 1 0,-3 4 0,1-1 0,1 0 0,0 0-1,0 0 1,0 0-1,1-1 1,0 1 0,1 0-1,1 8 1,-1 7 8,-3 2-35,2 3 1,2-18 28,0 0-1,-1-1 0,-1 1 0,1 0 0,-1 0 0,-3 15 0,2 4-28,1-14 53,1-11-27,-1 0 1,1 1-1,-1-1 0,0 0 1,-1 0-1,1 0 1,0 1-1,-1-1 0,0 0 1,1 0-1,-1 0 1,-1 0-1,1 0 0,-2 4 1,2-7 3,1 1-1,0-1 1,-1 1 0,1-1 0,0 1 0,0-1 0,-1 1-1,1 0 1,0-1 0,0 1 0,0 0 0,0-1-1,0 1 1,0 0 0,0-1 0,0 1 0,0 0 0,0-1-1,0 1 1,0-1 0,0 1 0,0 0 0,0-1 0,1 1-1,-1 0 1,0-1 0,1 1 0,0 3-140,-1-5 40,1 0 0,-1 0 0,1 1-1,-1-1 1,0 0 0,0 0 0,1 1 0,-1-1 0,0 0-1,0 0 1,0 1 0,0-1 0,0 0 0,0 0-1,0 0 1,0 0 0,0 1 0,0-1 0,0 0 0,0 0-1,-1 0 1,1 1 0,0-1 0,-1 0 0,1 0 0,0 1-1,-1-1 1,1 0 0,-1 1 0,1-1 0,-1 0-1,1 1 1,-2-2 0,0 0-1052,1 0 0,-1 0 0,0 0 0,0 0-1,0 0 1,0 0 0,0 0 0,-1 0 0,1 1 0,-5-3 0,-3 0-1930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1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1 192,'20'5'10305,"-21"-3"-10113,1 0-1,0 0 1,0-1 0,0 1-1,0 0 1,0 0 0,0 0-1,1-1 1,-1 1-1,1 0 1,-1 0 0,1 0-1,-1-1 1,1 1 0,0-1-1,0 1 1,2 2 0,-2 2 59,0 1 1,0-1 0,-1 0 0,0 1 0,0-1 0,-1 10-1,0-5 28,0 19 177,0-21-377,0 0 1,1-1-1,0 1 0,0-1 0,1 1 1,3 14-1,-4 16 144,0-34-192,-1 0-1,0 0 0,1 0 0,0 0 0,0 0 0,1 0 0,-1-1 1,1 1-1,0 0 0,1 0 0,2 7 0,-4-10-27,1 0-1,0 1 1,-1-1-1,1 1 1,-1-1-1,0 0 1,1 1-1,-1-1 1,-1 1-1,1-1 1,0 1 0,0-1-1,-1 0 1,0 1-1,1-1 1,-2 3-1,-6 45 21,8 53 344,-9-53-298,9 5-41,-5-46-67,5-9 38,0 0 1,-1 0-1,1 0 0,0 1 1,0-1-1,0 0 1,0 0-1,0 0 1,0 0-1,0 0 1,0 0-1,-1 1 1,1-1-1,0 0 1,0 0-1,0 0 1,0 0-1,0 0 1,0 1-1,0-1 1,0 0-1,0 0 1,0 0-1,0 0 0,0 0 1,0 1-1,0-1 1,0 0-1,0 0 1,0 0-1,0 0 1,0 1-1,0-1 1,0 0-1,0 0 1,1 0-1,-1 0 1,0 0-1,0 0 1,0 1-1,0-1 1,0 0-1,0 0 1,0 0-1,1 0 1,-1 0-1,0 0 0,0 0 1,0 0-1,0 1 1,0-1-1,1 0 1,-1 0-1,0 0 1,0 0-1,0 0 1,0 0-1,0 0 1,1 0-1,-1 0 1,0 0-1,0 0 1,0 0-1,0 0 1,1 0-1,-1 0 1,0-1-1,0 2 4,1-1 0,-1 1 1,1-1-1,-1 1 0,0-1 0,0 1 1,1-1-1,-1 1 0,0-1 0,0 1 1,1-1-1,-1 1 0,0-1 0,0 1 0,0-1 1,0 1-1,0 0 0,0-1 0,0 1 1,0-1-1,0 1 0,0-1 0,0 1 1,0-1-1,-1 1 0,1 0 0,0 0 0,-1 0-3,1 0-1,0-1 1,-1 1-1,1 0 0,0 0 1,0 0-1,0 0 0,0-1 1,0 1-1,0 0 1,0 0-1,0 0 0,0 0 1,0 0-1,0-1 1,1 1-1,-1 0 0,0 0 1,1 0-1,-1-1 0,0 1 1,1 0-1,-1 0 1,1-1-1,-1 1 0,1 0 1,0-1-1,-1 1 1,1-1-1,1 2 0,-3-1 2,0 0-1,0-1 0,1 1 1,-1 0-1,0 0 0,1 0 1,-1 1-1,1-1 0,-1 0 1,1 0-1,0 0 0,-1 0 1,1 0-1,0 1 0,0-1 1,0 0-1,0 0 0,0 0 0,0 0 1,0 1-1,0 1 0,0 34 15,0-36-21,0 0 2,1 16 22,0-16-20,0 1 1,0-1-1,0 0 0,0 1 1,0-1-1,0 0 1,0 1-1,-1-1 1,1 1-1,-1 0 0,1-1 1,-1 1-1,1-1 1,-1 1-1,0 0 1,0-1-1,0 1 1,0 0-1,0-1 0,0 1 1,-1-1-1,1 1 1,-1 2-1,0 0 43,5 2-54,-3-6 13,-1 1 1,1-1 0,-1 0 0,0 0 0,1 0-1,-1 0 1,0 1 0,0-1 0,1 0 0,-1 0 0,0 1-1,1-1 1,-1 0 0,0 0 0,0 1 0,0-1-1,1 0 1,-1 1 0,0-1 0,0 0 0,0 1 0,0-1-1,0 0 1,1 1 0,-1-1 0,0 1 0,0-1-1,0 0 1,0 1 0,0-1 0,0 0 0,0 1 0,0-1-1,0 1 1,-1 0 0,1 1 9,0-2-13,0 1 1,0 0 0,0 0-1,-1-1 1,1 1 0,0 0 0,0 0-1,1-1 1,-1 1 0,0 0 0,0-1-1,0 1 1,0 0 0,1 0-1,-1-1 1,0 1 0,0 0 0,1-1-1,-1 1 1,1 0 0,-1-1 0,1 1-1,-1-1 1,1 1 0,-1-1-1,1 1 1,-1-1 0,1 1 0,0 0-1,1 2 9,-2 30 25,0-32-32,-2 33 197,1-33-196,-6 6 71,7-6-68,0 0 1,0-1-1,0 1 1,0 0-1,0 0 0,0 0 1,1 0-1,-1 0 0,0 0 1,1 0-1,-1 0 0,0 0 1,1-1-1,-1 1 1,1 0-1,0 0 0,-1 0 1,1-1-1,-1 1 0,2 1 1,1 14-3,-4-12 13,1-13-30,0 9 12,-2 6-7,4 3 35,-2-8 16,0 0-35,0-1-5,0 0 0,0 1 0,0-1 0,1 0 0,-1 1 0,0-1 0,0 0 0,0 0 0,0 1 0,0-1 0,0 0 0,0 1 0,0-1 0,0 0 0,0 1 0,0-1 0,0 0 0,0 0 0,0 1 0,-1-1 0,1 0 0,0 1 0,0-1 0,0 0 0,0 0 0,0 1 0,-1-1 0,1 0 0,0 0 0,0 1 0,-1-1 0,1 0 0,0 0 0,0 0 0,-1 0 0,1 1 0,0-1 0,0 0 0,-1 0 0,1 0 1,0 0-1,0 0 0,-1 0 0,1 0 0,0 0 0,-1 0 0,-3 5 44,4-5-31,0 1 0,0 0-13,0-1 0,0 0 0,0 0 1,0 1-1,-1-1 0,1 0 0,0 1 1,0-1-1,0 0 0,0 1 1,0-1-1,0 0 0,0 1 0,0-1 1,0 0-1,0 0 0,0 1 0,1-1 1,-1 0-1,0 1 0,0-1 0,0 0 1,0 0-1,0 1 0,0-1 0,1 0 1,-1 0-1,0 1 0,0-1 0,0 0 1,1 0-1,-1 1 0,0-1 0,0 0 1,1 0-1,-1 0 0,0 0 0,0 0 1,1 1-1,-1-1 0,0 0 0,1 0 1,-1 0-1,0 0 0,1 0 0,-1 0 1,4 4-9,-4-3 2,-8 0 0,8-1 4,0 0 0,0 0 0,0 0 0,1 0 0,-1 0-1,0 0 1,0 0 0,0 0 0,1 0 0,-1 0 0,0 0-1,0 0 1,0 0 0,0 0 0,1 0 0,-1 0 0,0 0-1,0 0 1,0 0 0,0 0 0,1 0 0,-1 0 0,0 0 0,0 1-1,0-1 1,0 0 0,0 0 0,0 0 0,1 0 0,-1 0-1,0 0 1,0 1 0,0-1 0,0 0 0,0 0 0,0 0-1,0 0 1,0 1 0,0-1 0,0 0 0,0 0 0,0 0-1,0 0 1,0 1 0,0-1 0,0 0 0,0 0 0,0 0 0,0 1-1,0-1 1,0 0 0,0 0 0,0 0 0,0 0 0,0 1-1,0-1 1,0 0 0,0 0 0,0 0 0,-1 0 0,1 0-1,0 1 1,0-2-58,-1 1 0,1 0-1,-1 0 1,1-1-1,0 1 1,-1 0-1,1-1 1,0 1 0,-1-1-1,1 1 1,0 0-1,-1-1 1,1 1-1,0-1 1,0 1 0,0-1-1,-1 1 1,1-1-1,0 1 1,0-1 0,0 1-1,0-1 1,0 1-1,0-1 1,0 1-1,0-1 1,0 1 0,0-2-1,-3-3-1645,1 1 0,-2-1 1,1 0-1,-1 1 0,1 0 0,-7-6 0,0 4-1467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2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1993 56 272,'0'0'130,"0"0"1,0 0-1,0 1 0,0-1 1,0 0-1,0 1 0,0-1 1,0 0-1,0 1 0,0-1 1,0 0-1,0 0 0,0 1 1,0-1-1,1 0 0,-1 1 1,0-1-1,0 0 0,0 0 1,0 1-1,0-1 0,1 0 1,-1 0-1,0 0 0,0 1 1,0-1-1,1 0 0,-1 0 1,0 0-1,0 1 0,1-1 1,-1 0-1,4-1 3674,-12-1-1831,-19-9 4857,14 16-6081,12-4-714,1 0 0,-1-1-1,0 1 1,0-1 0,1 1 0,-1-1 0,0 0-1,0 1 1,0-1 0,1 0 0,-1 0-1,0 1 1,0-1 0,0 0 0,0 0-1,0 0 1,0 0 0,1 0 0,-1 0 0,0 0-1,0-1 1,0 1 0,0 0 0,0 0-1,1-1 1,-1 1 0,0 0 0,0-1 0,0 1-1,0-1 1,-1 0 112,-29 6 232,-5-5-111,35 0-238,-30 6 190,6 0 26,21-4-202,0 0-1,-1-1 1,1 1-1,-1-1 1,0 0-1,1-1 1,-7 1-1,-36 10 205,8-5 248,37-6-449,-29 0 134,15 0-198,3 2 43,-3-4-6,14 2-13,0 0-1,-4 0 1,-8 0 16,0 0 0,1-1 0,-24-5 0,7-4 214,29 10-243,-30-1 71,28 2-47,0 0 0,1-1 0,-1 1 0,0-1 0,0 0 0,0 0 0,0 0 0,0 0 1,1 0-1,-1-1 0,0 1 0,0-1 0,-5-2 0,5 2-10,0 0 0,0 0 1,0 0-1,0 1 0,0-1 0,0 1 1,0 0-1,0 0 0,0 0 0,0 0 1,0 0-1,0 1 0,0 0 0,-5 1 1,5-1-3,0 0 0,0-1 0,0 1 0,0 0 0,-1-1-1,1 0 1,0 1 0,0-1 0,-4-1 0,3 1-7,1 0 0,0 0-1,0 0 1,-1 0 0,1 0 0,0 1-1,0 0 1,0-1 0,-4 3-1,7-3 3,-1 0-1,1 0 1,-1 1 0,1-1-1,0 0 1,-1 0-1,1 0 1,-1 1-1,1-1 1,-1 0-1,1 0 1,0 0 0,-1 0-1,1 0 1,-1 0-1,1 0 1,-1 0-1,1 0 1,-1 0-1,1 0 1,-1 0 0,1-1-1,0 1 1,-1 0-1,1 0 1,-1 0-1,1 0 1,0-1-1,-1 1 1,1 0-1,0-1 1,-1 1 0,1 0-1,-1-1 1,-4-2 21,-30 3 143,32 0-159,1 0-1,-1 0 1,1 0-1,0 0 1,-1-1-1,1 1 1,-1-1-1,1 1 1,0-1 0,0 0-1,-1 0 1,1 0-1,-2-2 1,-1 1-5,1 0 1,0 0 0,0 0-1,-1 1 1,1 0 0,-1 0-1,1 0 1,-1 0 0,1 1-1,-1-1 1,0 1 0,-7 1-1,-21-6-22,26 4 17,1-1 1,-1 1-1,0 0 0,-1 0 1,-9 1-1,15 0-9,-3-2 16,0 1-1,0 0 1,0 0 0,0 0-1,-1 1 1,1-1-1,0 1 1,-1 0-1,-5 2 1,-30 3-29,5 1 44,35-6-21,-30 1-131,27 0 148,0 0-1,0 0 1,0 0 0,0 0 0,0-1-1,0 1 1,-1-1 0,1 0-1,0 0 1,-4-1 0,-18 0-47,-36-4 53,39 1-20,10 2 5,-1-1-1,0 2 1,-16 0 0,-40-10-32,58 5-8,-25 6 43,30 0-10,0-1 0,1-1 0,-1 1 1,1-1-1,-1 0 0,1-1 0,0 1 1,-9-6-1,13 7 9,-28 1 34,15-2-1,-29-1-308,5 3 551,3 0-252,34 0-34,1 0 0,-6 0 1,6 0-5,-17 0 13,16 0-7,0 1 3,0 0-1,0 0 0,0 0 0,-1-1 0,1 1 0,0 0 0,0-1 0,-1 0 0,1 1 0,0-1 0,-5-1 1,4 1-1,1 0 0,-1 0 0,1 0 1,-1 0-1,1 1 0,-1-1 0,1 1 1,0-1-1,-1 1 0,1 0 0,0 0 1,-1 0-1,-2 2 0,3-2 2,-34 10 36,24 9-125,2 0 109,8-19-23,0 1-1,0 0 1,1 0 0,-1 0 0,1 0 0,0 1 0,-1-1 0,1 0 0,0 1-1,0-1 1,1 0 0,-1 1 0,0-1 0,1 1 0,0-1 0,-1 1-1,1 0 1,0-1 0,1 4 0,-21 32 1,10 5-28,10 40 73,-9-34-49,9-39 10,0-8-9,0-1 0,1 0 0,-1 0 0,0 0 0,0 1 0,0-1 0,0 0 0,0 0 0,0 1 0,-1-1 0,1 0 1,0 0-1,0 0 0,-1 1 0,1-1 0,-1 0 0,1 0 0,-1 0 0,0 0 0,1 0 0,-1 0 0,0 0 0,-2 2 0,3-3 2,-1 1 0,1 0 1,-1 0-1,1 0 0,-1 0 0,1 0 1,0 0-1,-1-1 0,1 1 1,0 0-1,0 0 0,0 0 1,-1 0-1,1 0 0,0 0 0,0 0 1,1 0-1,-1 0 0,0 0 1,0 0-1,0 0 0,1 0 0,-1 1 1,9 28-12,-6-24 7,-4 9 5,1-10 1,0 0-1,-1-1 1,2 1 0,-1-1-1,0 1 1,1 0 0,0-1-1,0 1 1,0-1-1,4 7 1,-3 1-3,-1-1 0,0 0 0,0 1-1,-1-1 1,-3 20 0,2-16 1,1 205 24,-9-174-49,9-29 24,0-10 1,1 0-1,-1 0 0,-1 0 1,1 0-1,-1 0 0,-1 0 1,1-1-1,-4 8 0,-4 37-1,8-49 2,0 1 0,0-1 0,0 1-1,1 0 1,-1-1 0,1 1-1,-1 0 1,1-1 0,1 5 0,-6 21-28,4-25 28,0 0 0,0 0 1,0 0-1,0 0 0,1-1 0,-1 1 1,1 0-1,0 0 0,0 0 1,0 0-1,1 4 0,-1-4 3,0-1 0,0 1 0,0 0 0,0 0 0,0-1 0,0 1-1,-1 0 1,1-1 0,-1 1 0,-2 5 0,-1 13 0,4-20-3,0 0 0,0 1 0,0-1 1,0 0-1,0 1 0,0-1 0,-1 1 0,1-1 0,0 0 0,-1 0 0,1 1 0,-1-1 0,1 0 1,-1 0-1,-1 2 0,1-1 0,0 1 1,0 0-1,1-1 0,-1 1 1,0 0-1,1 0 1,0-1-1,-1 1 1,1 0-1,1 4 0,-5 24-10,3-29 10,0 0 0,0 1-1,0-1 1,1 0 0,-1 1-1,1-1 1,-1 0-1,1 1 1,0-1 0,0 1-1,0-1 1,1 1-1,0 3 1,-1-4 0,0-1 0,1 1-1,-1 0 1,0 0 0,0 0 0,0-1-1,0 1 1,0 0 0,0 0 0,-1 0-1,1-1 1,0 1 0,-1 0 0,0 0-1,1-1 1,-1 1 0,0-1 0,-1 3-1,2-3 1,-1-1 0,1 1 0,0 0 0,-1-1 0,1 1 0,0 0 0,0-1 0,0 1-1,0 0 1,0-1 0,-1 1 0,1 0 0,1-1 0,-1 1 0,0 0 0,0-1 0,0 1 0,0 0-1,0 0 1,1-1 0,-1 1 0,0-1 0,0 1 0,1 0 0,-1-1 0,1 1 0,-1-1-1,0 1 1,1-1 0,-1 1 0,1-1 0,-1 1 0,1-1 0,0 1 0,0 0 0,-1-1-1,1 3-2,0 0-1,0 1 0,0-1 1,-1 1-1,0-1 0,0 0 0,0 1 1,0-1-1,-1 7 0,0 10-5,5-13 7,-4-7 1,1 0 1,-1 0 0,1 1-1,-1-1 1,0 0-1,1 0 1,-1 0 0,0 1-1,1-1 1,-1 0 0,0 1-1,1-1 1,-1 0 0,0 1-1,0-1 1,1 0-1,-1 1 1,0-1 0,0 0-1,0 1 1,1-1 0,-1 1-1,0-1 1,0 0 0,0 1-1,0-1 1,0 1-1,0-1 1,0 1 0,0-1-1,0 0 1,0 1 0,0-1-1,0 1 1,0-1 0,0 1-1,-1-1 1,1 0-1,0 1 1,19 44 192,-19-44-197,0-1 1,0 0-1,0 0 1,0 1-1,0-1 0,0 0 1,0 1-1,0-1 1,0 0-1,0 1 0,0-1 1,0 0-1,0 0 1,0 1-1,0-1 0,0 0 1,0 1-1,1-1 1,-1 0-1,0 0 0,0 1 1,0-1-1,0 0 0,1 0 1,-1 1-1,0-1 1,0 0-1,1 0 0,-1 0 1,0 1-1,0-1 1,1 0-1,-1 0 0,0 0 1,1 0-1,2 2 10,0 5-4,-2-3 8,6 7-11,-7-10 2,0-1 0,0 1 0,0-1 0,0 1 0,0-1 0,1 1 0,-1-1 0,0 0 0,0 1 0,0-1 0,1 1 0,-1-1 0,0 0 0,1 1 0,-1-1 0,0 0 0,1 1 0,-1-1 0,0 0 0,1 1 0,-1-1 0,1 0 0,-1 0 0,0 1 0,1-1 0,-1 0 0,1 0 0,0 0 0,3 20 7,3-6 8,-7-6 16,0-4-30,-1 0 0,1 0 1,0 0-1,1-1 0,-1 1 0,1 0 0,-1 0 0,1 0 0,0-1 0,0 1 0,4 6 0,-3 3 35,-2-12-37,-1 0-1,1 0 0,0 0 0,0 0 1,0 0-1,0 0 0,0 0 0,0 0 1,0 0-1,0 0 0,0 0 0,1 0 1,-1 0-1,0 0 0,1 0 0,-1 0 0,1 0 1,-1 0-1,1 0 0,-1 0 0,1 0 1,0 0-1,-1-1 0,2 2 0,-1-1 4,0 0 0,-1 1 0,1-1 0,-1 0 0,1 0 0,-1 0 0,0 1 0,0-1 0,1 0 0,-1 0 0,0 1 0,0-1 0,0 0 0,0 1 0,0-1 0,-1 0 0,1 0 0,-1 3 0,0 9 35,5-2-47,2 4-3,-6-14 7,0 0 4,1 0 0,-1 0 1,1-1-1,-1 1 0,1 0 0,0 0 1,-1-1-1,1 1 0,0 0 1,0-1-1,-1 1 0,1-1 0,0 1 1,0-1-1,0 1 0,0-1 1,0 0-1,0 0 0,0 1 0,0-1 1,0 0-1,1 0 0,6 4 0,-6-3-2,0-1-6,84 5 26,-18 12 107,79-12 46,-108 6-158,-25-9 9,-12-1-11,0-1 1,0 1-1,-1-1 0,1 1 0,0-1 0,0 0 0,0 0 0,0 0 0,0 0 1,-1 0-1,1-1 0,0 1 0,0-1 0,0 1 0,-1-1 0,3 0 0,2-1 78,0 1-1,0 0 0,0 1 0,1-1 1,-1 1-1,0 0 0,0 1 0,7 1 0,5-1 19,50 10 203,-8-6-157,36 6 652,197-16-43,-277 3-697,1 0 0,-1-1 0,0-1 0,22-8 0,-4 1 12,44-9 71,-63 17-100,0 1-1,0 0 1,0 1-1,28 2 1,-8 0 120,0-4-53,-27 2-90,1 0 0,-1 1 0,0-1-1,1 2 1,-1-1 0,13 4 0,4 1 11,1-2 0,0 0 0,-1-1 0,38-3 0,-23 1-2,87-6 106,-96 4-92,-25 1-43,1 0 0,-1 1 0,1 0 1,-1 0-1,1 0 0,11 3 0,-6-1 6,1 0-1,-1-1 0,0-1 0,1 0 1,13-2-1,15 0 6,-8 0-14,-24 0 0,-1 1-1,0 1 1,0 0 0,0 0 0,0 1-1,16 2 1,83 19 85,-84-16-76,0-2 0,1 0 0,-1-2 1,1 0-1,25-2 0,-30-1-7,333 7 118,-330-8-101,0 0 0,42-11-1,-43 8-26,1 1 0,40-3 0,96 2 7,-124 1 56,-29 3-55,0 0 1,1 0-1,-1 0 1,0 1-1,1 0 0,-1 0 1,0 0-1,0 1 1,1 0-1,-1 0 0,9 3 1,18-3-22,-26 1 23,-1 0 1,0-1-1,0 0 1,1 0 0,-1 0-1,0-1 1,1 1 0,-1-1-1,1-1 1,-1 1-1,0-1 1,10-2 0,25-2-2,0 1 1,61 3 0,-59 1 8,-3 1-8,-16-6-12,0 2 0,0 0-1,44 2 1,-18 7-14,-41-5 23,23 3-26,104-9-21,-133 5 53,4-2-13,0 1 6,0 0 0,0 0 0,0 0-1,10 1 1,-15 0-12,48-5 58,-47 5-20,25 0 11,-25 0-37,-1-2 3,1 1 0,-1 0 0,1 0 0,-1 0 0,1 0-1,0 0 1,0 0 0,-1 0 0,1 0 0,0 1 0,0-1 0,0 1 0,0-1 0,0 1 0,-1 0 0,1 0 0,3 0 0,39-4 15,-34 4-18,-9 0-1,1 0 1,0 0 0,0 0 0,0 0 0,0 0 0,0-1 0,-1 1 0,1-1 0,0 1 0,0-1 0,-1 0 0,1 0 0,0 0-1,-1 0 1,1 0 0,1-1 0,3 1-1,19 3 4,-23-1 0,-1-1 1,1 1-1,0-1 1,-1 0-1,1 0 0,0 0 1,0 0-1,-1 0 1,1 0-1,0 0 0,0-1 1,-1 1-1,1-1 1,1 0-1,8-2-9,-1 0 0,0 1 0,1 0 0,0 0 0,-1 1 0,1 1 0,18 1 0,-14-1 57,11 6-27,-25-6-22,1 0-8,4 0-2,-4 0 1,-2 0 2,0 0 8,0 0 0,0 1 1,0-1-1,0 0 1,0 1-1,0-1 0,0 0 1,0 1-1,0-1 0,0 0 1,0 0-1,0 1 1,0-1-1,0 0 0,0 1 1,1-1-1,-1 0 0,0 0 1,0 1-1,0-1 1,0 0-1,1 0 0,-1 0 1,0 1-1,0-1 0,0 0 1,1 0-1,-1 0 1,0 1-1,1-1 0,-1 0 1,0 0-1,0 0 0,1 0 1,-1 0-1,0 0 1,1 0-1,-1 0 0,0 0 1,1 0-1,11 13-72,-12-12 90,5-1-8,-4 0-12,0 0-1,0 1 1,0-1-1,0 0 1,-1 0-1,1 0 0,0 1 1,0-1-1,0 0 1,0-1-1,0 1 1,0 0-1,-1 0 0,1 0 1,0 0-1,0-1 1,0 1-1,0 0 1,-1-1-1,1 1 0,0 0 1,0-1-1,-1 1 1,1-1-1,0 0 1,-1 1-1,1-1 0,0 1 1,0-2-1,4-8 4,-3 7 3,0 0 0,0 0-1,-1 0 1,1 0 0,-1-1-1,0 1 1,0-1 0,1-4-1,8-29-37,0-18-22,0-17 39,-1 45-20,1 5-17,0-11-58,-6 27 81,-4 6 29,1-1 0,-1 1 0,0 0 1,1 0-1,-1 0 0,0-1 0,1 1 0,-1 0 0,0-1 0,1 1 0,-1 0 1,0-1-1,0 1 0,1 0 0,-1-1 0,0 1 0,0 0 0,0-1 1,0 1-1,1 0 0,-1-1 0,0 1 0,0-1 0,0 1 0,0-1 1,0 1-1,0 0 0,0-2 0,9-25-6,1-11-26,0-6-156,0 5 157,-1-4 30,-9 25 0,-1 14 0,1 0 0,0 0 0,-1 0 0,1 0 1,1-1-1,-1 1 0,1 0 0,0 0 0,0 0 0,0 0 0,0 0 0,4-7 1,-4 7-8,0 0 1,0-1 0,0 1 0,-1-1 0,0 1 0,0 0 0,0-1 0,0 1-1,-2-8 1,1-4-13,1-136-265,-10 108 367,1-11-166,-1 27 65,0-39-138,0 3 60,10 46 91,-1 13 2,1 0 0,-1 0 0,1 1 0,1-1 0,-1 0 0,0 0 0,1 0 0,0 1 0,0-1 0,1 0 0,3-7 0,-5 10 4,1 0 1,0 1-1,-1-1 0,1 0 0,-1 0 1,0 0-1,0 0 0,0 0 0,1 1 1,-2-1-1,1 0 0,0 0 1,0 0-1,-1 0 0,0-2 0,1 2-8,-1 0 0,1 0 0,-1 0 0,1 0 0,0 0 0,0 0 0,0 0 0,0 0 0,0 0 0,0 0 0,0 1 0,1-1 0,-1 0 0,1 0-1,1-3 1,-1 3 16,0 1-1,0-1 1,0 0-1,0 0 1,0 0 0,0 0-1,-1 0 1,1 0-1,-1 0 1,1 0-1,-1 0 1,0 0-1,0 0 1,0-1-1,0 1 1,0 0-1,-1-3 1,1-11-9,10-27-26,-1-24 56,-5 52-39,2-14-6,-6-70-53,-10 67-8,10 32 71,-1-1 2,-6-4 2,6 0 3,1 4 2,-2-3-5,-4 3-2,4 1-7,1-2 0,0 1-1,0-1 1,0 1 0,0 0-1,0-1 1,-1 1 0,1 0-1,0 0 1,-1 0-1,1 0 1,-1 0 0,1 0-1,-1 0 1,0 0 0,1 0-1,-4 0 1,-8-6-13,-20-6-12,29 12 34,0 1-1,0-1 0,0-1 0,1 1 0,-1 0 0,1-1 1,-1 0-1,-3-2 0,-8 1 9,1 1 0,-1 0 0,0 1 0,0 1 1,-18 1-1,5 0-39,-32-7 63,-7-5-44,10 0 31,54 11-10,0 0-1,0 0 0,0-1 0,0 1 0,1-1 0,-1 0 0,0 0 1,0 0-1,-3-2 0,4 2-5,1 1 1,0-1-1,0 1 1,0-1-1,-1 1 0,1-1 1,0 1-1,-1 0 1,1 0-1,-1-1 1,1 1-1,0 0 0,-1 0 1,1 0-1,0 1 1,-1-1-1,1 0 1,0 0-1,-1 1 0,1-1 1,0 1-1,-1-1 1,1 1-1,0-1 1,-2 3-1,-1-2-7,-33-1 5,-41 11-97,45-5 115,25-4-13,-1 1-1,1-1 1,-1-1 0,1 0-1,-15 0 1,-53 16 35,21-7-51,49-9-5,-3 2 20,-1-1 1,1 0-1,-1 0 1,0-1 0,-10 0-1,-78 10-26,-19-6-4,41-10-215,35-1 224,-26 1-95,64 4 117,-5-3-1,6 3-3,0 1 0,0-1 0,1 1 1,-1-1-1,0 1 0,0 0 0,0 0 0,0 0 1,0 0-1,1 0 0,-1 0 0,0 1 1,0-1-1,0 0 0,0 1 0,-2 1 0,-13 2-51,17-4 41,-4 0 14,1 0-1,0 0 0,0 0 1,-1 0-1,1-1 0,0 1 1,0-1-1,0 0 0,-1 0 1,-2-1-1,5 1-1,0 1 1,0-1-1,0 1 0,0-1 1,0 1-1,0-1 0,0 1 1,0 0-1,0-1 0,-1 1 0,1 0 1,0 0-1,0 0 0,0 0 1,0 0-1,-1 0 0,1 0 1,0 0-1,0 1 0,0-1 1,0 0-1,0 1 0,-1-1 1,1 1-1,0-1 0,0 1 0,0-1 1,0 1-1,-1 1 0,-30 7 34,-25-3-57,55-6 15,0 0 3,-53 5 0,53-5 9,-9 0 25,3 0-24,2 0-9,0 1 0,0-2 0,0 1 0,0-1 0,0 1 0,0-2 0,0 1 0,1-1 0,-1 0 0,0 0 0,1 0 0,0-1 0,-6-3 0,7 5-2,-41-4-23,-17-12 38,-13 0 6,23 0 0,44 15-16,0-1 0,0 1 0,-1 1 0,1-1 0,0 2 0,-1-1 0,1 1 0,-12 1 0,10-1-10,-9 7-54,18-6 67,-1 0 0,0 0 1,1 0-1,-1 0 0,0 0 0,0 0 0,0-1 0,0 1 0,0 0 0,0-1 1,1 0-1,-1 1 0,0-1 0,-4 0 0,4-1-2,1 1-1,-1 0 1,1 0-1,0 0 1,-1 0 0,1 0-1,0 0 1,-1 0 0,1 0-1,0 1 1,-1-1-1,1 1 1,0-1 0,0 1-1,-1-1 1,1 1-1,0-1 1,0 1 0,0 0-1,-2 1 1,-4 2 1,5-4 21,-9 1-21,4 2-2,4-2 3,-4-1-3,-12 0 36,17 0-33,-9 1-18,4-2 14,6 1-6,-30-5-68,-8-1 86,38 6-12,0 1 0,-1-1 1,1 0-1,0 0 0,0 1 1,0-1-1,0 0 0,-1 0 1,1-1-1,0 1 0,0 0 1,0 0-1,0 0 0,0-1 1,0 1-1,-1-1 0,1 1 1,0-1-1,0 1 0,0-1 1,0 0-1,1 1 0,-1-1 1,-2-1-1,-4-2-8,5 4 16,1 0-1,-6 0-5,-2-2 16,-5 3-997,12 0 623,0-1 0,-1 1 0,1-1 0,0 1 0,-1-1 0,1 0 1,0 0-1,-1 0 0,1-1 0,-1 1 0,1 0 0,0-1 0,-4-1 0,-5 0-5366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12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17 112,'0'0'271,"0"-5"1434,2 5-1375,-2 0-288,-1 0-1,1 0 1,0 0-1,0-1 0,0 1 1,0 0-1,0 0 1,0 0-1,0-1 0,0 1 1,0 0-1,0 0 1,0 0-1,0-1 0,0 1 1,0 0-1,0 0 1,0 0-1,0-1 1,0 1-1,0 0 0,0 0 1,0 0-1,1-1 1,-1 1-1,0 0 0,0 0 1,0 0-1,0 0 1,0-1-1,0 1 0,1 0 1,-1 0-1,0 0 1,0 0-1,0 0 1,0 0-1,1-1 0,-1 1 1,0 0-1,0 0 1,0 0-1,1 0 0,-1 0 1,0 0-1,0 0 1,0 0-1,1 0 0,-1 0 1,0 0-1,0 0 1,0 0-1,1 0 1,-1 0-1,0 0 0,0 0 1,0 0-1,1 0 1,-1 1-1,0-1 0,0 0 1,0 0-1,1 0 1,-1 0-1,0 0 1,0 0-1,0 1 0,0-1 1,1 0-1,-1-1-57,-20-4-4362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4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1993 0 88,'0'0'1061,"0"16"5160,3-26-5941,1 15 751,-1-4 66,-3 1-366,-10-5 288,-27 14-534,35-11-373,-29 6 313,-5-12-94,35 6-271,-30 0 502,24 0-552,-42-5 187,48 5-172,-20-1 125,14 1-94,1 1 0,0-2 0,0 1 1,0-1-1,-1 1 0,-9-4 0,14 3 59,0 0-80,0 1 0,0-1 0,0 0 1,-1 1-1,1 0 0,0-1 0,0 1 1,-1 0-1,1 0 0,0 0 0,-1 0 1,1 0-1,0 1 0,-3 0 0,-30 2 298,21-1-236,10-2-52,-1 1 0,1 0 0,-1-1 0,1 0 0,-1 0-1,1-1 1,-8-1 0,4 1 71,0 0 1,0 1-1,0 0 1,0 0-1,0 0 0,0 1 1,1 1-1,-1-1 0,0 1 1,-13 5-1,16-5-55,0-1 0,-1 0 0,1 0 0,-1 0 0,1-1 0,-1 0 0,-9-1 0,3 1 9,-8-5 192,18 4-241,1 0 1,0 1 0,-1-1 0,1 1-1,0-1 1,-1 1 0,1 0-1,-1-1 1,1 1 0,-1 0 0,1 0-1,0 0 1,-1 0 0,1 0-1,-1 0 1,1 1 0,-1-1 0,1 0-1,0 1 1,-3 0 0,-53 12 510,43-8-483,-1-1 0,0-1 0,0 0 0,0-1 0,-18 0 0,-6 0 45,29-6-31,-8-3-44,-13 2 4,-75 10 231,86-2-190,19-2-63,0-1 1,0 0 0,0 0 0,0 1-1,0-1 1,0 0 0,0 0-1,0 0 1,0 0 0,0 0 0,0 0-1,0-1 1,0 1 0,0 0 0,0 0-1,0-1 1,0 1 0,0 0-1,-2-2 1,-25 1-34,-61 7 93,53-6 8,34 0-46,-37 0 191,-20-5-119,30 2-92,-58 0-1,69 3 3,-23-11 105,-27 5-142,-2-5 183,-15 17 264,71-3-422,9-1 17,0-1-1,0 1 1,0-1 0,-1 0-1,1 0 1,0-1-1,0 0 1,-10 0 0,4 0 6,0 0 0,1 1 0,-1 0 0,0 1 0,-11 4 0,19-5-1,1 0-1,0 0 1,0 0-1,-1 0 1,1-1-1,-1 1 1,1-1-1,0 0 1,-1 1-1,1-1 0,-1 0 1,-2-1-1,-4 1 68,-35 4-943,-9 13-10955,36-10 7184,6-2 912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8:5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18 628,'3'2'1561,"13"7"7037,-8-8-5934,-5-6-4196,13-3 2666,5 4 3345,-19 4-3327,21 3 114,-15-1-998,135-13 1747,-117 13-1648,-22-1-300,1-1 0,0 1 1,0-1-1,0 0 0,-1 0 1,1-1-1,6-1 0,3-1 54,0 1-1,0 1 0,0 0 1,22 1-1,-11 1 106,14 4 69,15 0-21,-43-3-184,1-1 0,0 0 1,0 0-1,0-1 0,0-1 0,19-3 0,0 3 338,-29 2-398,1-1 1,-1 1-1,1-1 0,-1 0 1,1 0-1,-1 0 1,1 0-1,0-1 0,-1 1 1,0-1-1,1 0 1,3-1-1,-3 2-16,0-1 0,-1 1 1,1 0-1,0 0 0,0 0 0,-1 0 0,1 0 1,0 1-1,0-1 0,3 2 0,11 1 58,0-4-24,-16 1-44,0-1-1,1 1 1,-1 0 0,0 0-1,1 0 1,-1 1-1,0-1 1,1 0 0,-1 0-1,0 1 1,0-1-1,0 0 1,1 1-1,-1 0 1,0-1 0,0 1-1,1 0 1,63-5 548,-63 4-542,47 0 68,-41 0-74,37 6 15,-10-1 42,-30-5-62,-1 0-1,1 0 1,0 1 0,0 0-1,-1 0 1,1 0 0,0 0 0,7 4-1,-7-2 13,0-2-1,0 1 0,0 0 0,0-1 1,0 0-1,0 0 0,1-1 0,9 1 0,-10-1-1,1 1-1,0 0 1,0 1-1,0 0 1,-1 0-1,1 0 1,-1 0-1,11 7 1,-12-7-8,0 1 1,0-1-1,1 0 0,0 0 0,-1-1 1,1 1-1,0-1 0,7 1 0,75 4 112,-10-1 33,-56-4-136,-11-2 40,-1 0-1,1 0 1,-1 1-1,1 0 1,0 0-1,13 4 1,23 0 47,34-4 325,-72 2-371,11 5 0,-19-7-49,0 0-1,1 0 1,-1 0-1,0 0 1,1 0-1,-1 0 1,0 0 0,1 0-1,-1 0 1,0 0-1,1 0 1,-1 0-1,0 0 1,1 0-1,-1 0 1,0 0-1,1 0 1,-1 0 0,0-1-1,1 1 1,-1 0-1,0 0 1,0 0-1,1-1 1,-1 1-1,0 0 1,0 0-1,1-1 1,-1 1-1,0 0 1,0-1 0,0 1-1,1 0 1,-1 0-1,0-1 1,0 1-1,0 0 1,0-1-1,0 1 1,0 0-1,0-1 1,0 1 0,0 0-1,0-1 1,0 0 32,69-10 278,-22 22-138,-46-11-156,1 0-3,5 0-5,-4 0-11,7 2-7,-2-1-27,-10-3-34,-6-1-2151,-1 0 0,1 1 0,-1 0 0,0 0 0,-10 0 0,-4-1-4782,12 2 2161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1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0 720,'3'1'6501,"4"5"-2377,1-3-728,-7-1-3323,0-1 1,-1 0 0,1 1-1,-1-1 1,1 1-1,-1-1 1,0 1 0,0-1-1,0 1 1,1-1 0,-1 1-1,-1-1 1,1 1-1,0-1 1,0 1 0,-1 1-1,2 22 619,15 40 392,-15-59-1042,1 0 1,-1-1 0,0 1 0,-1-1-1,0 1 1,0 0 0,0-1 0,0 1-1,-2 6 1,1 13 142,-9 150 861,10-54-986,4-100-59,-4-20-1,0 0 1,1 0-1,-1 0 1,1 0-1,-1 1 1,0-1-1,0 0 1,0 0-1,0 1 1,0-1-1,0 0 1,0 0-1,0 1 1,0-1-1,-1 0 1,1 0-1,0 0 1,-1 1-1,1-1 1,-1 0-1,-1 2 1,1 0-1,0 1 0,0-1 0,0 1 0,0-1 0,1 1 1,-1 0-1,1-1 0,0 1 0,0 0 0,1 7 0,0-8 2,-1 0-1,0 1 0,0-1 0,0 1 0,0-1 0,0 1 1,-1-1-1,0 0 0,1 1 0,-3 4 0,1-1 0,1 0 0,0 0-1,0 0 1,0 0-1,1-1 1,0 1 0,1 0-1,1 8 1,-1 7 8,-3 2-35,2 3 1,2-18 28,0 0-1,-1-1 0,-1 1 0,1 0 0,-1 0 0,-3 15 0,2 4-28,1-14 53,1-11-27,-1 0 1,1 1-1,-1-1 0,0 0 1,-1 0-1,1 0 1,0 1-1,-1-1 0,0 0 1,1 0-1,-1 0 1,-1 0-1,1 0 0,-2 4 1,2-7 3,1 1-1,0-1 1,-1 1 0,1-1 0,0 1 0,0-1 0,-1 1-1,1 0 1,0-1 0,0 1 0,0 0 0,0-1-1,0 1 1,0 0 0,0-1 0,0 1 0,0 0 0,0-1-1,0 1 1,0-1 0,0 1 0,0 0 0,0-1 0,1 1-1,-1 0 1,0-1 0,1 1 0,0 3-140,-1-5 40,1 0 0,-1 0 0,1 1-1,-1-1 1,0 0 0,0 0 0,1 1 0,-1-1 0,0 0-1,0 0 1,0 1 0,0-1 0,0 0 0,0 0-1,0 0 1,0 0 0,0 1 0,0-1 0,0 0 0,0 0-1,-1 0 1,1 1 0,0-1 0,-1 0 0,1 0 0,0 1-1,-1-1 1,1 0 0,-1 1 0,1-1 0,-1 0-1,1 1 1,-2-2 0,0 0-1052,1 0 0,-1 0 0,0 0 0,0 0-1,0 0 1,0 0 0,0 0 0,-1 0 0,1 1 0,-5-3 0,-3 0-1930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14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1 192,'20'5'10305,"-21"-3"-10113,1 0-1,0 0 1,0-1 0,0 1-1,0 0 1,0 0 0,0 0-1,1-1 1,-1 1-1,1 0 1,-1 0 0,1 0-1,-1-1 1,1 1 0,0-1-1,0 1 1,2 2 0,-2 2 59,0 1 1,0-1 0,-1 0 0,0 1 0,0-1 0,-1 10-1,0-5 28,0 19 177,0-21-377,0 0 1,1-1-1,0 1 0,0-1 0,1 1 1,3 14-1,-4 16 144,0-34-192,-1 0-1,0 0 0,1 0 0,0 0 0,0 0 0,1 0 0,-1-1 1,1 1-1,0 0 0,1 0 0,2 7 0,-4-10-27,1 0-1,0 1 1,-1-1-1,1 1 1,-1-1-1,0 0 1,1 1-1,-1-1 1,-1 1-1,1-1 1,0 1 0,0-1-1,-1 0 1,0 1-1,1-1 1,-2 3-1,-6 45 21,8 53 344,-9-53-298,9 5-41,-5-46-67,5-9 38,0 0 1,-1 0-1,1 0 0,0 1 1,0-1-1,0 0 1,0 0-1,0 0 1,0 0-1,0 0 1,0 0-1,-1 1 1,1-1-1,0 0 1,0 0-1,0 0 1,0 0-1,0 0 1,0 1-1,0-1 1,0 0-1,0 0 1,0 0-1,0 0 0,0 0 1,0 1-1,0-1 1,0 0-1,0 0 1,0 0-1,0 0 1,0 1-1,0-1 1,0 0-1,0 0 1,1 0-1,-1 0 1,0 0-1,0 0 1,0 1-1,0-1 1,0 0-1,0 0 1,0 0-1,1 0 1,-1 0-1,0 0 0,0 0 1,0 0-1,0 1 1,0-1-1,1 0 1,-1 0-1,0 0 1,0 0-1,0 0 1,0 0-1,0 0 1,1 0-1,-1 0 1,0 0-1,0 0 1,0 0-1,0 0 1,1 0-1,-1 0 1,0-1-1,0 2 4,1-1 0,-1 1 1,1-1-1,-1 1 0,0-1 0,0 1 1,1-1-1,-1 1 0,0-1 0,0 1 1,1-1-1,-1 1 0,0-1 0,0 1 0,0-1 1,0 1-1,0 0 0,0-1 0,0 1 1,0-1-1,0 1 0,0-1 0,0 1 1,0-1-1,-1 1 0,1 0 0,0 0 0,-1 0-3,1 0-1,0-1 1,-1 1-1,1 0 0,0 0 1,0 0-1,0 0 0,0-1 1,0 1-1,0 0 1,0 0-1,0 0 0,0 0 1,0 0-1,0-1 1,1 1-1,-1 0 0,0 0 1,1 0-1,-1-1 0,0 1 1,1 0-1,-1 0 1,1-1-1,-1 1 0,1 0 1,0-1-1,-1 1 1,1-1-1,1 2 0,-3-1 2,0 0-1,0-1 0,1 1 1,-1 0-1,0 0 0,1 0 1,-1 1-1,1-1 0,-1 0 1,1 0-1,0 0 0,-1 0 1,1 0-1,0 1 0,0-1 1,0 0-1,0 0 0,0 0 0,0 0 1,0 1-1,0 1 0,0 34 15,0-36-21,0 0 2,1 16 22,0-16-20,0 1 1,0-1-1,0 0 0,0 1 1,0-1-1,0 0 1,0 1-1,-1-1 1,1 1-1,-1 0 0,1-1 1,-1 1-1,1-1 1,-1 1-1,0 0 1,0-1-1,0 1 1,0 0-1,0-1 0,0 1 1,-1-1-1,1 1 1,-1 2-1,0 0 43,5 2-54,-3-6 13,-1 1 1,1-1 0,-1 0 0,0 0 0,1 0-1,-1 0 1,0 1 0,0-1 0,1 0 0,-1 0 0,0 1-1,1-1 1,-1 0 0,0 0 0,0 1 0,0-1-1,1 0 1,-1 1 0,0-1 0,0 0 0,0 1 0,0-1-1,0 0 1,1 1 0,-1-1 0,0 1 0,0-1-1,0 0 1,0 1 0,0-1 0,0 0 0,0 1 0,0-1-1,0 1 1,-1 0 0,1 1 9,0-2-13,0 1 1,0 0 0,0 0-1,-1-1 1,1 1 0,0 0 0,0 0-1,1-1 1,-1 1 0,0 0 0,0-1-1,0 1 1,0 0 0,1 0-1,-1-1 1,0 1 0,0 0 0,1-1-1,-1 1 1,1 0 0,-1-1 0,1 1-1,-1-1 1,1 1 0,-1-1-1,1 1 1,-1-1 0,1 1 0,0 0-1,1 2 9,-2 30 25,0-32-32,-2 33 197,1-33-196,-6 6 71,7-6-68,0 0 1,0-1-1,0 1 1,0 0-1,0 0 0,0 0 1,1 0-1,-1 0 0,0 0 1,1 0-1,-1 0 0,0 0 1,1-1-1,-1 1 1,1 0-1,0 0 0,-1 0 1,1-1-1,-1 1 0,2 1 1,1 14-3,-4-12 13,1-13-30,0 9 12,-2 6-7,4 3 35,-2-8 16,0 0-35,0-1-5,0 0 0,0 1 0,0-1 0,1 0 0,-1 1 0,0-1 0,0 0 0,0 0 0,0 1 0,0-1 0,0 0 0,0 1 0,0-1 0,0 0 0,0 1 0,0-1 0,0 0 0,0 0 0,0 1 0,-1-1 0,1 0 0,0 1 0,0-1 0,0 0 0,0 0 0,0 1 0,-1-1 0,1 0 0,0 0 0,0 1 0,-1-1 0,1 0 0,0 0 0,0 0 0,-1 0 0,1 1 0,0-1 0,0 0 0,-1 0 0,1 0 1,0 0-1,0 0 0,-1 0 0,1 0 0,0 0 0,-1 0 0,-3 5 44,4-5-31,0 1 0,0 0-13,0-1 0,0 0 0,0 0 1,0 1-1,-1-1 0,1 0 0,0 1 1,0-1-1,0 0 0,0 1 1,0-1-1,0 0 0,0 1 0,0-1 1,0 0-1,0 0 0,0 1 0,1-1 1,-1 0-1,0 1 0,0-1 0,0 0 1,0 0-1,0 1 0,0-1 0,1 0 1,-1 0-1,0 1 0,0-1 0,0 0 1,1 0-1,-1 1 0,0-1 0,0 0 1,1 0-1,-1 0 0,0 0 0,0 0 1,1 1-1,-1-1 0,0 0 0,1 0 1,-1 0-1,0 0 0,1 0 0,-1 0 1,4 4-9,-4-3 2,-8 0 0,8-1 4,0 0 0,0 0 0,0 0 0,1 0 0,-1 0-1,0 0 1,0 0 0,0 0 0,1 0 0,-1 0 0,0 0-1,0 0 1,0 0 0,0 0 0,1 0 0,-1 0 0,0 0-1,0 0 1,0 0 0,0 0 0,1 0 0,-1 0 0,0 0 0,0 1-1,0-1 1,0 0 0,0 0 0,0 0 0,1 0 0,-1 0-1,0 0 1,0 1 0,0-1 0,0 0 0,0 0 0,0 0-1,0 0 1,0 1 0,0-1 0,0 0 0,0 0 0,0 0-1,0 0 1,0 1 0,0-1 0,0 0 0,0 0 0,0 0 0,0 1-1,0-1 1,0 0 0,0 0 0,0 0 0,0 0 0,0 1-1,0-1 1,0 0 0,0 0 0,0 0 0,-1 0 0,1 0-1,0 1 1,0-2-58,-1 1 0,1 0-1,-1 0 1,1-1-1,0 1 1,-1 0-1,1-1 1,0 1 0,-1-1-1,1 1 1,0 0-1,-1-1 1,1 1-1,0-1 1,0 1 0,0-1-1,-1 1 1,1-1-1,0 1 1,0-1 0,0 1-1,0-1 1,0 1-1,0-1 1,0 1-1,0-1 1,0 1 0,0-2-1,-3-3-1645,1 1 0,-2-1 1,1 0-1,-1 1 0,1 0 0,-7-6 0,0 4-1467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6-01T07:29:26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1993 56 272,'0'0'130,"0"0"1,0 0-1,0 1 0,0-1 1,0 0-1,0 1 0,0-1 1,0 0-1,0 1 0,0-1 1,0 0-1,0 0 0,0 1 1,0-1-1,1 0 0,-1 1 1,0-1-1,0 0 0,0 0 1,0 1-1,0-1 0,1 0 1,-1 0-1,0 0 0,0 1 1,0-1-1,1 0 0,-1 0 1,0 0-1,0 1 0,1-1 1,-1 0-1,4-1 3674,-12-1-1831,-19-9 4857,14 16-6081,12-4-714,1 0 0,-1-1-1,0 1 1,0-1 0,1 1 0,-1-1 0,0 0-1,0 1 1,0-1 0,1 0 0,-1 0-1,0 1 1,0-1 0,0 0 0,0 0-1,0 0 1,0 0 0,1 0 0,-1 0 0,0 0-1,0-1 1,0 1 0,0 0 0,0 0-1,1-1 1,-1 1 0,0 0 0,0-1 0,0 1-1,0-1 1,-1 0 112,-29 6 232,-5-5-111,35 0-238,-30 6 190,6 0 26,21-4-202,0 0-1,-1-1 1,1 1-1,-1-1 1,0 0-1,1-1 1,-7 1-1,-36 10 205,8-5 248,37-6-449,-29 0 134,15 0-198,3 2 43,-3-4-6,14 2-13,0 0-1,-4 0 1,-8 0 16,0 0 0,1-1 0,-24-5 0,7-4 214,29 10-243,-30-1 71,28 2-47,0 0 0,1-1 0,-1 1 0,0-1 0,0 0 0,0 0 0,0 0 0,0 0 1,1 0-1,-1-1 0,0 1 0,0-1 0,-5-2 0,5 2-10,0 0 0,0 0 1,0 0-1,0 1 0,0-1 0,0 1 1,0 0-1,0 0 0,0 0 0,0 0 1,0 0-1,0 1 0,0 0 0,-5 1 1,5-1-3,0 0 0,0-1 0,0 1 0,0 0 0,-1-1-1,1 0 1,0 1 0,0-1 0,-4-1 0,3 1-7,1 0 0,0 0-1,0 0 1,-1 0 0,1 0 0,0 1-1,0 0 1,0-1 0,-4 3-1,7-3 3,-1 0-1,1 0 1,-1 1 0,1-1-1,0 0 1,-1 0-1,1 0 1,-1 1-1,1-1 1,-1 0-1,1 0 1,0 0 0,-1 0-1,1 0 1,-1 0-1,1 0 1,-1 0-1,1 0 1,-1 0-1,1 0 1,-1 0 0,1-1-1,0 1 1,-1 0-1,1 0 1,-1 0-1,1 0 1,0-1-1,-1 1 1,1 0-1,0-1 1,-1 1 0,1 0-1,-1-1 1,-4-2 21,-30 3 143,32 0-159,1 0-1,-1 0 1,1 0-1,0 0 1,-1-1-1,1 1 1,-1-1-1,1 1 1,0-1 0,0 0-1,-1 0 1,1 0-1,-2-2 1,-1 1-5,1 0 1,0 0 0,0 0-1,-1 1 1,1 0 0,-1 0-1,1 0 1,-1 0 0,1 1-1,-1-1 1,0 1 0,-7 1-1,-21-6-22,26 4 17,1-1 1,-1 1-1,0 0 0,-1 0 1,-9 1-1,15 0-9,-3-2 16,0 1-1,0 0 1,0 0 0,0 0-1,-1 1 1,1-1-1,0 1 1,-1 0-1,-5 2 1,-30 3-29,5 1 44,35-6-21,-30 1-131,27 0 148,0 0-1,0 0 1,0 0 0,0 0 0,0-1-1,0 1 1,-1-1 0,1 0-1,0 0 1,-4-1 0,-18 0-47,-36-4 53,39 1-20,10 2 5,-1-1-1,0 2 1,-16 0 0,-40-10-32,58 5-8,-25 6 43,30 0-10,0-1 0,1-1 0,-1 1 1,1-1-1,-1 0 0,1-1 0,0 1 1,-9-6-1,13 7 9,-28 1 34,15-2-1,-29-1-308,5 3 551,3 0-252,34 0-34,1 0 0,-6 0 1,6 0-5,-17 0 13,16 0-7,0 1 3,0 0-1,0 0 0,0 0 0,-1-1 0,1 1 0,0 0 0,0-1 0,-1 0 0,1 1 0,0-1 0,-5-1 1,4 1-1,1 0 0,-1 0 0,1 0 1,-1 0-1,1 1 0,-1-1 0,1 1 1,0-1-1,-1 1 0,1 0 0,0 0 1,-1 0-1,-2 2 0,3-2 2,-34 10 36,24 9-125,2 0 109,8-19-23,0 1-1,0 0 1,1 0 0,-1 0 0,1 0 0,0 1 0,-1-1 0,1 0 0,0 1-1,0-1 1,1 0 0,-1 1 0,0-1 0,1 1 0,0-1 0,-1 1-1,1 0 1,0-1 0,1 4 0,-21 32 1,10 5-28,10 40 73,-9-34-49,9-39 10,0-8-9,0-1 0,1 0 0,-1 0 0,0 0 0,0 1 0,0-1 0,0 0 0,0 0 0,0 1 0,-1-1 0,1 0 1,0 0-1,0 0 0,-1 1 0,1-1 0,-1 0 0,1 0 0,-1 0 0,0 0 0,1 0 0,-1 0 0,0 0 0,-2 2 0,3-3 2,-1 1 0,1 0 1,-1 0-1,1 0 0,-1 0 0,1 0 1,0 0-1,-1-1 0,1 1 1,0 0-1,0 0 0,0 0 1,-1 0-1,1 0 0,0 0 0,0 0 1,1 0-1,-1 0 0,0 0 1,0 0-1,0 0 0,1 0 0,-1 1 1,9 28-12,-6-24 7,-4 9 5,1-10 1,0 0-1,-1-1 1,2 1 0,-1-1-1,0 1 1,1 0 0,0-1-1,0 1 1,0-1-1,4 7 1,-3 1-3,-1-1 0,0 0 0,0 1-1,-1-1 1,-3 20 0,2-16 1,1 205 24,-9-174-49,9-29 24,0-10 1,1 0-1,-1 0 0,-1 0 1,1 0-1,-1 0 0,-1 0 1,1-1-1,-4 8 0,-4 37-1,8-49 2,0 1 0,0-1 0,0 1-1,1 0 1,-1-1 0,1 1-1,-1 0 1,1-1 0,1 5 0,-6 21-28,4-25 28,0 0 0,0 0 1,0 0-1,0 0 0,1-1 0,-1 1 1,1 0-1,0 0 0,0 0 1,0 0-1,1 4 0,-1-4 3,0-1 0,0 1 0,0 0 0,0 0 0,0-1 0,0 1-1,-1 0 1,1-1 0,-1 1 0,-2 5 0,-1 13 0,4-20-3,0 0 0,0 1 0,0-1 1,0 0-1,0 1 0,0-1 0,-1 1 0,1-1 0,0 0 0,-1 0 0,1 1 0,-1-1 0,1 0 1,-1 0-1,-1 2 0,1-1 0,0 1 1,0 0-1,1-1 0,-1 1 1,0 0-1,1 0 1,0-1-1,-1 1 1,1 0-1,1 4 0,-5 24-10,3-29 10,0 0 0,0 1-1,0-1 1,1 0 0,-1 1-1,1-1 1,-1 0-1,1 1 1,0-1 0,0 1-1,0-1 1,1 1-1,0 3 1,-1-4 0,0-1 0,1 1-1,-1 0 1,0 0 0,0 0 0,0-1-1,0 1 1,0 0 0,0 0 0,-1 0-1,1-1 1,0 1 0,-1 0 0,0 0-1,1-1 1,-1 1 0,0-1 0,-1 3-1,2-3 1,-1-1 0,1 1 0,0 0 0,-1-1 0,1 1 0,0 0 0,0-1 0,0 1-1,0 0 1,0-1 0,-1 1 0,1 0 0,1-1 0,-1 1 0,0 0 0,0-1 0,0 1 0,0 0-1,0 0 1,1-1 0,-1 1 0,0-1 0,0 1 0,1 0 0,-1-1 0,1 1 0,-1-1-1,0 1 1,1-1 0,-1 1 0,1-1 0,-1 1 0,1-1 0,0 1 0,0 0 0,-1-1-1,1 3-2,0 0-1,0 1 0,0-1 1,-1 1-1,0-1 0,0 0 0,0 1 1,0-1-1,-1 7 0,0 10-5,5-13 7,-4-7 1,1 0 1,-1 0 0,1 1-1,-1-1 1,0 0-1,1 0 1,-1 0 0,0 1-1,1-1 1,-1 0 0,0 1-1,1-1 1,-1 0 0,0 1-1,0-1 1,1 0-1,-1 1 1,0-1 0,0 0-1,0 1 1,1-1 0,-1 1-1,0-1 1,0 0 0,0 1-1,0-1 1,0 1-1,0-1 1,0 1 0,0-1-1,0 0 1,0 1 0,0-1-1,0 1 1,0-1 0,0 1-1,-1-1 1,1 0-1,0 1 1,19 44 192,-19-44-197,0-1 1,0 0-1,0 0 1,0 1-1,0-1 0,0 0 1,0 1-1,0-1 1,0 0-1,0 1 0,0-1 1,0 0-1,0 0 1,0 1-1,0-1 0,0 0 1,0 1-1,1-1 1,-1 0-1,0 0 0,0 1 1,0-1-1,0 0 0,1 0 1,-1 1-1,0-1 1,0 0-1,1 0 0,-1 0 1,0 1-1,0-1 1,1 0-1,-1 0 0,0 0 1,1 0-1,2 2 10,0 5-4,-2-3 8,6 7-11,-7-10 2,0-1 0,0 1 0,0-1 0,0 1 0,0-1 0,1 1 0,-1-1 0,0 0 0,0 1 0,0-1 0,1 1 0,-1-1 0,0 0 0,1 1 0,-1-1 0,0 0 0,1 1 0,-1-1 0,0 0 0,1 1 0,-1-1 0,1 0 0,-1 0 0,0 1 0,1-1 0,-1 0 0,1 0 0,0 0 0,3 20 7,3-6 8,-7-6 16,0-4-30,-1 0 0,1 0 1,0 0-1,1-1 0,-1 1 0,1 0 0,-1 0 0,1 0 0,0-1 0,0 1 0,4 6 0,-3 3 35,-2-12-37,-1 0-1,1 0 0,0 0 0,0 0 1,0 0-1,0 0 0,0 0 0,0 0 1,0 0-1,0 0 0,0 0 0,1 0 1,-1 0-1,0 0 0,1 0 0,-1 0 0,1 0 1,-1 0-1,1 0 0,-1 0 0,1 0 1,0 0-1,-1-1 0,2 2 0,-1-1 4,0 0 0,-1 1 0,1-1 0,-1 0 0,1 0 0,-1 0 0,0 1 0,0-1 0,1 0 0,-1 0 0,0 1 0,0-1 0,0 0 0,0 1 0,0-1 0,-1 0 0,1 0 0,-1 3 0,0 9 35,5-2-47,2 4-3,-6-14 7,0 0 4,1 0 0,-1 0 1,1-1-1,-1 1 0,1 0 0,0 0 1,-1-1-1,1 1 0,0 0 1,0-1-1,-1 1 0,1-1 0,0 1 1,0-1-1,0 1 0,0-1 1,0 0-1,0 0 0,0 1 0,0-1 1,0 0-1,1 0 0,6 4 0,-6-3-2,0-1-6,84 5 26,-18 12 107,79-12 46,-108 6-158,-25-9 9,-12-1-11,0-1 1,0 1-1,-1-1 0,1 1 0,0-1 0,0 0 0,0 0 0,0 0 0,0 0 1,-1 0-1,1-1 0,0 1 0,0-1 0,0 1 0,-1-1 0,3 0 0,2-1 78,0 1-1,0 0 0,0 1 0,1-1 1,-1 1-1,0 0 0,0 1 0,7 1 0,5-1 19,50 10 203,-8-6-157,36 6 652,197-16-43,-277 3-697,1 0 0,-1-1 0,0-1 0,22-8 0,-4 1 12,44-9 71,-63 17-100,0 1-1,0 0 1,0 1-1,28 2 1,-8 0 120,0-4-53,-27 2-90,1 0 0,-1 1 0,0-1-1,1 2 1,-1-1 0,13 4 0,4 1 11,1-2 0,0 0 0,-1-1 0,38-3 0,-23 1-2,87-6 106,-96 4-92,-25 1-43,1 0 0,-1 1 0,1 0 1,-1 0-1,1 0 0,11 3 0,-6-1 6,1 0-1,-1-1 0,0-1 0,1 0 1,13-2-1,15 0 6,-8 0-14,-24 0 0,-1 1-1,0 1 1,0 0 0,0 0 0,0 1-1,16 2 1,83 19 85,-84-16-76,0-2 0,1 0 0,-1-2 1,1 0-1,25-2 0,-30-1-7,333 7 118,-330-8-101,0 0 0,42-11-1,-43 8-26,1 1 0,40-3 0,96 2 7,-124 1 56,-29 3-55,0 0 1,1 0-1,-1 0 1,0 1-1,1 0 0,-1 0 1,0 0-1,0 1 1,1 0-1,-1 0 0,9 3 1,18-3-22,-26 1 23,-1 0 1,0-1-1,0 0 1,1 0 0,-1 0-1,0-1 1,1 1 0,-1-1-1,1-1 1,-1 1-1,0-1 1,10-2 0,25-2-2,0 1 1,61 3 0,-59 1 8,-3 1-8,-16-6-12,0 2 0,0 0-1,44 2 1,-18 7-14,-41-5 23,23 3-26,104-9-21,-133 5 53,4-2-13,0 1 6,0 0 0,0 0 0,0 0-1,10 1 1,-15 0-12,48-5 58,-47 5-20,25 0 11,-25 0-37,-1-2 3,1 1 0,-1 0 0,1 0 0,-1 0 0,1 0-1,0 0 1,0 0 0,-1 0 0,1 0 0,0 1 0,0-1 0,0 1 0,0-1 0,0 1 0,-1 0 0,1 0 0,3 0 0,39-4 15,-34 4-18,-9 0-1,1 0 1,0 0 0,0 0 0,0 0 0,0 0 0,0-1 0,-1 1 0,1-1 0,0 1 0,0-1 0,-1 0 0,1 0 0,0 0-1,-1 0 1,1 0 0,1-1 0,3 1-1,19 3 4,-23-1 0,-1-1 1,1 1-1,0-1 1,-1 0-1,1 0 0,0 0 1,0 0-1,-1 0 1,1 0-1,0 0 0,0-1 1,-1 1-1,1-1 1,1 0-1,8-2-9,-1 0 0,0 1 0,1 0 0,0 0 0,-1 1 0,1 1 0,18 1 0,-14-1 57,11 6-27,-25-6-22,1 0-8,4 0-2,-4 0 1,-2 0 2,0 0 8,0 0 0,0 1 1,0-1-1,0 0 1,0 1-1,0-1 0,0 0 1,0 1-1,0-1 0,0 0 1,0 0-1,0 1 1,0-1-1,0 0 0,0 1 1,1-1-1,-1 0 0,0 0 1,0 1-1,0-1 1,0 0-1,1 0 0,-1 0 1,0 1-1,0-1 0,0 0 1,1 0-1,-1 0 1,0 1-1,1-1 0,-1 0 1,0 0-1,0 0 0,1 0 1,-1 0-1,0 0 1,1 0-1,-1 0 0,0 0 1,1 0-1,11 13-72,-12-12 90,5-1-8,-4 0-12,0 0-1,0 1 1,0-1-1,0 0 1,-1 0-1,1 0 0,0 1 1,0-1-1,0 0 1,0-1-1,0 1 1,0 0-1,-1 0 0,1 0 1,0 0-1,0-1 1,0 1-1,0 0 1,-1-1-1,1 1 0,0 0 1,0-1-1,-1 1 1,1-1-1,0 0 1,-1 1-1,1-1 0,0 1 1,0-2-1,4-8 4,-3 7 3,0 0 0,0 0-1,-1 0 1,1 0 0,-1-1-1,0 1 1,0-1 0,1-4-1,8-29-37,0-18-22,0-17 39,-1 45-20,1 5-17,0-11-58,-6 27 81,-4 6 29,1-1 0,-1 1 0,0 0 1,1 0-1,-1 0 0,0-1 0,1 1 0,-1 0 0,0-1 0,1 1 0,-1 0 1,0-1-1,0 1 0,1 0 0,-1-1 0,0 1 0,0 0 0,0-1 1,0 1-1,1 0 0,-1-1 0,0 1 0,0-1 0,0 1 0,0-1 1,0 1-1,0 0 0,0-2 0,9-25-6,1-11-26,0-6-156,0 5 157,-1-4 30,-9 25 0,-1 14 0,1 0 0,0 0 0,-1 0 0,1 0 1,1-1-1,-1 1 0,1 0 0,0 0 0,0 0 0,0 0 0,0 0 0,4-7 1,-4 7-8,0 0 1,0-1 0,0 1 0,-1-1 0,0 1 0,0 0 0,0-1 0,0 1-1,-2-8 1,1-4-13,1-136-265,-10 108 367,1-11-166,-1 27 65,0-39-138,0 3 60,10 46 91,-1 13 2,1 0 0,-1 0 0,1 1 0,1-1 0,-1 0 0,0 0 0,1 0 0,0 1 0,0-1 0,1 0 0,3-7 0,-5 10 4,1 0 1,0 1-1,-1-1 0,1 0 0,-1 0 1,0 0-1,0 0 0,0 0 0,1 1 1,-2-1-1,1 0 0,0 0 1,0 0-1,-1 0 0,0-2 0,1 2-8,-1 0 0,1 0 0,-1 0 0,1 0 0,0 0 0,0 0 0,0 0 0,0 0 0,0 0 0,0 0 0,0 1 0,1-1 0,-1 0 0,1 0-1,1-3 1,-1 3 16,0 1-1,0-1 1,0 0-1,0 0 1,0 0 0,0 0-1,-1 0 1,1 0-1,-1 0 1,1 0-1,-1 0 1,0 0-1,0 0 1,0-1-1,0 1 1,0 0-1,-1-3 1,1-11-9,10-27-26,-1-24 56,-5 52-39,2-14-6,-6-70-53,-10 67-8,10 32 71,-1-1 2,-6-4 2,6 0 3,1 4 2,-2-3-5,-4 3-2,4 1-7,1-2 0,0 1-1,0-1 1,0 1 0,0 0-1,0-1 1,-1 1 0,1 0-1,0 0 1,-1 0-1,1 0 1,-1 0 0,1 0-1,-1 0 1,0 0 0,1 0-1,-4 0 1,-8-6-13,-20-6-12,29 12 34,0 1-1,0-1 0,0-1 0,1 1 0,-1 0 0,1-1 1,-1 0-1,-3-2 0,-8 1 9,1 1 0,-1 0 0,0 1 0,0 1 1,-18 1-1,5 0-39,-32-7 63,-7-5-44,10 0 31,54 11-10,0 0-1,0 0 0,0-1 0,0 1 0,1-1 0,-1 0 0,0 0 1,0 0-1,-3-2 0,4 2-5,1 1 1,0-1-1,0 1 1,0-1-1,-1 1 0,1-1 1,0 1-1,-1 0 1,1 0-1,-1-1 1,1 1-1,0 0 0,-1 0 1,1 0-1,0 1 1,-1-1-1,1 0 1,0 0-1,-1 1 0,1-1 1,0 1-1,-1-1 1,1 1-1,0-1 1,-2 3-1,-1-2-7,-33-1 5,-41 11-97,45-5 115,25-4-13,-1 1-1,1-1 1,-1-1 0,1 0-1,-15 0 1,-53 16 35,21-7-51,49-9-5,-3 2 20,-1-1 1,1 0-1,-1 0 1,0-1 0,-10 0-1,-78 10-26,-19-6-4,41-10-215,35-1 224,-26 1-95,64 4 117,-5-3-1,6 3-3,0 1 0,0-1 0,1 1 1,-1-1-1,0 1 0,0 0 0,0 0 0,0 0 1,0 0-1,1 0 0,-1 0 0,0 1 1,0-1-1,0 0 0,0 1 0,-2 1 0,-13 2-51,17-4 41,-4 0 14,1 0-1,0 0 0,0 0 1,-1 0-1,1-1 0,0 1 1,0-1-1,0 0 0,-1 0 1,-2-1-1,5 1-1,0 1 1,0-1-1,0 1 0,0-1 1,0 1-1,0-1 0,0 1 1,0 0-1,0-1 0,-1 1 0,1 0 1,0 0-1,0 0 0,0 0 1,0 0-1,-1 0 0,1 0 1,0 0-1,0 1 0,0-1 1,0 0-1,0 1 0,-1-1 1,1 1-1,0-1 0,0 1 0,0-1 1,0 1-1,-1 1 0,-30 7 34,-25-3-57,55-6 15,0 0 3,-53 5 0,53-5 9,-9 0 25,3 0-24,2 0-9,0 1 0,0-2 0,0 1 0,0-1 0,0 1 0,0-2 0,0 1 0,1-1 0,-1 0 0,0 0 0,1 0 0,0-1 0,-6-3 0,7 5-2,-41-4-23,-17-12 38,-13 0 6,23 0 0,44 15-16,0-1 0,0 1 0,-1 1 0,1-1 0,0 2 0,-1-1 0,1 1 0,-12 1 0,10-1-10,-9 7-54,18-6 67,-1 0 0,0 0 1,1 0-1,-1 0 0,0 0 0,0 0 0,0-1 0,0 1 0,0 0 0,0-1 1,1 0-1,-1 1 0,0-1 0,-4 0 0,4-1-2,1 1-1,-1 0 1,1 0-1,0 0 1,-1 0 0,1 0-1,0 0 1,-1 0 0,1 0-1,0 1 1,-1-1-1,1 1 1,0-1 0,0 1-1,-1-1 1,1 1-1,0-1 1,0 1 0,0 0-1,-2 1 1,-4 2 1,5-4 21,-9 1-21,4 2-2,4-2 3,-4-1-3,-12 0 36,17 0-33,-9 1-18,4-2 14,6 1-6,-30-5-68,-8-1 86,38 6-12,0 1 0,-1-1 1,1 0-1,0 0 0,0 1 1,0-1-1,0 0 0,-1 0 1,1-1-1,0 1 0,0 0 1,0 0-1,0 0 0,0-1 1,0 1-1,-1-1 0,1 1 1,0-1-1,0 1 0,0-1 1,0 0-1,1 1 0,-1-1 1,-2-1-1,-4-2-8,5 4 16,1 0-1,-6 0-5,-2-2 16,-5 3-997,12 0 623,0-1 0,-1 1 0,1-1 0,0 1 0,-1-1 0,1 0 1,0 0-1,-1 0 0,1-1 0,-1 1 0,1 0 0,0-1 0,-4-1 0,-5 0-5366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148A34-2C05-4310-A749-38281A63CFBE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22CB2-2D1E-41E3-9EF3-A57A25B36B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7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Idee: zunächst wird die CO2-Quelle angeklickt. Entsprechend der ausgewählten Quelle werden dann die Pfade angezeigt. Infoboxen erscheinen mit Mouse-</a:t>
            </a:r>
            <a:r>
              <a:rPr lang="de-DE" err="1"/>
              <a:t>over</a:t>
            </a:r>
            <a:r>
              <a:rPr lang="de-DE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22CB2-2D1E-41E3-9EF3-A57A25B36B2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8467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Idee: zunächst wird die CO2-Quelle angeklickt. Entsprechend der ausgewählten Quelle werden dann die Pfade angezeigt. Infoboxen erscheinen mit Mouse-</a:t>
            </a:r>
            <a:r>
              <a:rPr lang="de-DE" err="1"/>
              <a:t>over</a:t>
            </a:r>
            <a:r>
              <a:rPr lang="de-DE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22CB2-2D1E-41E3-9EF3-A57A25B36B2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1357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Idee: zunächst wird die CO2-Quelle angeklickt. Entsprechend der ausgewählten Quelle werden dann die Pfade angezeigt. Infoboxen erscheinen mit Mouse-</a:t>
            </a:r>
            <a:r>
              <a:rPr lang="de-DE" err="1"/>
              <a:t>over</a:t>
            </a:r>
            <a:r>
              <a:rPr lang="de-DE"/>
              <a:t>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22CB2-2D1E-41E3-9EF3-A57A25B36B2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3839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D7DD2-059A-61DF-42D9-4DD0D2FC5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B985A8-F79C-7A80-93D0-E493263F73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670B5C-1023-134A-7BF7-75409845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91536B-B132-04E1-EBC5-25B1AE2B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649B1D-D754-629D-D0B2-AA4E1406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069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877E4-2F02-4B4C-6B07-6F89768AF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3B2B76-207B-33C2-9E6A-4964902B6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D144EC-972E-A835-6806-39F13EA67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58580A-1D02-DD41-0163-BA30FC903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8249F1-DD7D-CE4A-30B7-0A4449997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7084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0FBED-EAF4-4B47-571C-D0CDF2D3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DFFA57C-7CF7-294C-E6B4-8BDCCE7C9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368470-31A8-BFE8-CEE1-26FBBFA0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DD4134-1777-17EA-12B7-C06B6791F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5BE3EA-F18A-5412-7DE9-052217849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6113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0B975D-810D-C2D6-25CB-9B97C6421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83009F-A19D-924C-03BC-7BFBBBAAA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F78CA7B-1F73-70C9-75AA-1DD87F94F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8FC73-BBFF-0E57-D3C0-15FC20CC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28D64D-F5A2-B0CD-C2C0-97C82E09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687FAD-4BFA-0AE6-F571-659603E8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331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C2E7E7-1FFC-D850-C737-B6D39055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B9489E-4325-E900-FA90-FEAF6D2B1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203A47-F016-6906-A459-990987E4E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3EBABBB-D37B-68FD-B8F9-778A39625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82E240D-46F9-E177-60F5-428C88868C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16332F8-FD4C-F504-DC3C-B374F8E80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E093A10-5D63-5650-A46A-D211BB49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30A3A21-2EEA-401D-D14D-469204894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31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7A1AFD-0F1A-740D-33C4-039BC0400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DB799F0-D2A5-9AAD-24A4-B4D477C2C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4510585-A80A-8413-2CAA-5DF56935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180907F-001D-D278-0C55-42A5198B6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493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2BE4BD-58B6-B89E-17E6-B71EF2DA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B2DE6A-42D9-7B8C-7F94-0969E8AF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57BA93-10EB-4CC3-118B-27907459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93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6C2A5-2AD8-E0B3-B317-EC4797C56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E765E8-E8AC-CE59-9AD2-8BEDB456E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BEBF889-8195-7994-F3CF-584063BB4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533BD8-EED0-DACE-802A-74AD22CCA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758FCE-FA7B-B7A3-C711-4EB8E5D40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059D6F-D85F-99F6-C970-F2E391E3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47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542BF0-9BF3-563B-A596-B6CEF0A3A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82E6076-D7E1-53EB-14CC-067D0B39C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089FD3D-463E-5577-CA4A-F21851B84F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959C53-FED8-43F6-0550-74911EFF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1EBAAD-3DBC-DC2C-14A0-BBCCD001F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FF5712-9071-E91B-D4A0-28A3580A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932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A0A81B-7451-67C3-3271-4E937059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167CCA3-456A-FB49-E550-F326DC53A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DF7515-0715-37B7-A4AA-C957994CD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0397E5-624B-B8D2-2045-BF9E7596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16520D2-F8EF-F1DB-1D71-D919562A2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730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A5AD80-686B-523C-3A9C-45559AD67B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A349CA-1036-7291-B236-B6B65BA49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C9A242-414D-0FC9-DAF5-1F96314CF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793AAD-5B55-878B-74B8-AD1DED2E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4D9FBA-85FF-E262-2F10-11F1BCBDC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63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97B6B1-233D-0EE9-42BD-C262004DA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73BCC6-DDF6-8ACE-B246-CABE09A76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39B4C9-695C-FCB5-60DC-A3E9C6257C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B419B-D039-4C36-9AF0-A9B976972468}" type="datetimeFigureOut">
              <a:rPr lang="de-DE" smtClean="0"/>
              <a:t>26.06.2023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9ABAD1-E2ED-FD3B-4F7B-9CB0A9267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3A6CAF-18D8-BF90-C552-84ADC4584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312A3-4449-4582-9B73-A37D728B81F6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4E4FC63-8C97-6D74-87A7-564F233BF2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675120"/>
            <a:ext cx="9334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 Use</a:t>
            </a:r>
          </a:p>
        </p:txBody>
      </p:sp>
    </p:spTree>
    <p:extLst>
      <p:ext uri="{BB962C8B-B14F-4D97-AF65-F5344CB8AC3E}">
        <p14:creationId xmlns:p14="http://schemas.microsoft.com/office/powerpoint/2010/main" val="22943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8" Type="http://schemas.openxmlformats.org/officeDocument/2006/relationships/image" Target="../media/image13.png"/><Relationship Id="rId26" Type="http://schemas.openxmlformats.org/officeDocument/2006/relationships/image" Target="../media/image18.svg"/><Relationship Id="rId3" Type="http://schemas.openxmlformats.org/officeDocument/2006/relationships/image" Target="../media/image2.png"/><Relationship Id="rId21" Type="http://schemas.openxmlformats.org/officeDocument/2006/relationships/customXml" Target="../ink/ink5.xml"/><Relationship Id="rId7" Type="http://schemas.openxmlformats.org/officeDocument/2006/relationships/image" Target="../media/image6.png"/><Relationship Id="rId12" Type="http://schemas.openxmlformats.org/officeDocument/2006/relationships/customXml" Target="../ink/ink1.xml"/><Relationship Id="rId17" Type="http://schemas.openxmlformats.org/officeDocument/2006/relationships/customXml" Target="../ink/ink3.xml"/><Relationship Id="rId25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24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customXml" Target="../ink/ink2.xml"/><Relationship Id="rId23" Type="http://schemas.openxmlformats.org/officeDocument/2006/relationships/customXml" Target="../ink/ink6.xml"/><Relationship Id="rId10" Type="http://schemas.openxmlformats.org/officeDocument/2006/relationships/image" Target="../media/image9.png"/><Relationship Id="rId19" Type="http://schemas.openxmlformats.org/officeDocument/2006/relationships/customXml" Target="../ink/ink4.xml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3.png"/><Relationship Id="rId26" Type="http://schemas.openxmlformats.org/officeDocument/2006/relationships/image" Target="../media/image18.svg"/><Relationship Id="rId3" Type="http://schemas.openxmlformats.org/officeDocument/2006/relationships/image" Target="../media/image3.svg"/><Relationship Id="rId21" Type="http://schemas.openxmlformats.org/officeDocument/2006/relationships/customXml" Target="../ink/ink11.xml"/><Relationship Id="rId34" Type="http://schemas.openxmlformats.org/officeDocument/2006/relationships/image" Target="../media/image9.png"/><Relationship Id="rId17" Type="http://schemas.openxmlformats.org/officeDocument/2006/relationships/customXml" Target="../ink/ink9.xml"/><Relationship Id="rId25" Type="http://schemas.openxmlformats.org/officeDocument/2006/relationships/image" Target="../media/image17.png"/><Relationship Id="rId33" Type="http://schemas.openxmlformats.org/officeDocument/2006/relationships/image" Target="../media/image8.png"/><Relationship Id="rId2" Type="http://schemas.openxmlformats.org/officeDocument/2006/relationships/image" Target="../media/image2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16.png"/><Relationship Id="rId32" Type="http://schemas.openxmlformats.org/officeDocument/2006/relationships/image" Target="../media/image7.svg"/><Relationship Id="rId5" Type="http://schemas.openxmlformats.org/officeDocument/2006/relationships/customXml" Target="../ink/ink7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1.png"/><Relationship Id="rId19" Type="http://schemas.openxmlformats.org/officeDocument/2006/relationships/customXml" Target="../ink/ink10.xml"/><Relationship Id="rId31" Type="http://schemas.openxmlformats.org/officeDocument/2006/relationships/image" Target="../media/image6.png"/><Relationship Id="rId4" Type="http://schemas.openxmlformats.org/officeDocument/2006/relationships/image" Target="../media/image10.jpeg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image" Target="../media/image19.png"/><Relationship Id="rId30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svg"/><Relationship Id="rId12" Type="http://schemas.openxmlformats.org/officeDocument/2006/relationships/image" Target="../media/image2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4.svg"/><Relationship Id="rId5" Type="http://schemas.openxmlformats.org/officeDocument/2006/relationships/image" Target="../media/image8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8.png"/><Relationship Id="rId10" Type="http://schemas.openxmlformats.org/officeDocument/2006/relationships/image" Target="../media/image26.sv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2.svg"/><Relationship Id="rId12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8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F1A57217-3FF6-0F97-FB73-6F1F27F13721}"/>
              </a:ext>
            </a:extLst>
          </p:cNvPr>
          <p:cNvSpPr/>
          <p:nvPr/>
        </p:nvSpPr>
        <p:spPr>
          <a:xfrm>
            <a:off x="427124" y="1361323"/>
            <a:ext cx="4470180" cy="1105050"/>
          </a:xfrm>
          <a:prstGeom prst="downArrow">
            <a:avLst>
              <a:gd name="adj1" fmla="val 76588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: nach unten 16">
            <a:extLst>
              <a:ext uri="{FF2B5EF4-FFF2-40B4-BE49-F238E27FC236}">
                <a16:creationId xmlns:a16="http://schemas.microsoft.com/office/drawing/2014/main" id="{9CAC1534-A83B-30EC-0D69-A65F67760C04}"/>
              </a:ext>
            </a:extLst>
          </p:cNvPr>
          <p:cNvSpPr/>
          <p:nvPr/>
        </p:nvSpPr>
        <p:spPr>
          <a:xfrm>
            <a:off x="6091043" y="1361508"/>
            <a:ext cx="1028608" cy="110486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feil: nach unten 33">
            <a:extLst>
              <a:ext uri="{FF2B5EF4-FFF2-40B4-BE49-F238E27FC236}">
                <a16:creationId xmlns:a16="http://schemas.microsoft.com/office/drawing/2014/main" id="{BD9770F1-45EA-B86D-2E04-8D9AEDCF089E}"/>
              </a:ext>
            </a:extLst>
          </p:cNvPr>
          <p:cNvSpPr/>
          <p:nvPr/>
        </p:nvSpPr>
        <p:spPr>
          <a:xfrm>
            <a:off x="9594696" y="1361508"/>
            <a:ext cx="1028608" cy="11028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B4A0FDE-9814-2004-A352-41010642C619}"/>
              </a:ext>
            </a:extLst>
          </p:cNvPr>
          <p:cNvSpPr/>
          <p:nvPr/>
        </p:nvSpPr>
        <p:spPr>
          <a:xfrm>
            <a:off x="946720" y="833722"/>
            <a:ext cx="9420339" cy="5298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AF674F7-7C39-08C6-C0EF-26A19728441A}"/>
              </a:ext>
            </a:extLst>
          </p:cNvPr>
          <p:cNvSpPr txBox="1"/>
          <p:nvPr/>
        </p:nvSpPr>
        <p:spPr>
          <a:xfrm>
            <a:off x="995339" y="1361323"/>
            <a:ext cx="3333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Entstehung von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 vermeiden</a:t>
            </a:r>
            <a:br>
              <a:rPr lang="de-DE">
                <a:solidFill>
                  <a:srgbClr val="0070C0"/>
                </a:solidFill>
              </a:rPr>
            </a:br>
            <a:endParaRPr lang="de-DE">
              <a:solidFill>
                <a:srgbClr val="0070C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877E29B-12A7-373D-0296-A0C8F89FD8D0}"/>
              </a:ext>
            </a:extLst>
          </p:cNvPr>
          <p:cNvSpPr txBox="1"/>
          <p:nvPr/>
        </p:nvSpPr>
        <p:spPr>
          <a:xfrm>
            <a:off x="6449103" y="1340357"/>
            <a:ext cx="2466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Emission von entstandenem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 vermeiden</a:t>
            </a:r>
            <a:br>
              <a:rPr lang="de-DE">
                <a:solidFill>
                  <a:srgbClr val="0070C0"/>
                </a:solidFill>
              </a:rPr>
            </a:br>
            <a:endParaRPr lang="de-DE">
              <a:solidFill>
                <a:srgbClr val="0070C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3C4402F-2A57-3431-FFF8-02D0F1338BD3}"/>
              </a:ext>
            </a:extLst>
          </p:cNvPr>
          <p:cNvSpPr txBox="1"/>
          <p:nvPr/>
        </p:nvSpPr>
        <p:spPr>
          <a:xfrm>
            <a:off x="9951819" y="1290947"/>
            <a:ext cx="2310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Restemissionen ausgleichen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9659EE8-34B1-BCAE-3465-61E1049792B6}"/>
              </a:ext>
            </a:extLst>
          </p:cNvPr>
          <p:cNvSpPr txBox="1"/>
          <p:nvPr/>
        </p:nvSpPr>
        <p:spPr>
          <a:xfrm>
            <a:off x="1134362" y="5779197"/>
            <a:ext cx="30293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Erneuerbare Energien ersetzen z. B. die Verbrennung fossiler Kraftstoffe zur Energiegewinnung 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C430A1D-4710-20BB-3DBD-23AABA4EC7BC}"/>
              </a:ext>
            </a:extLst>
          </p:cNvPr>
          <p:cNvSpPr txBox="1"/>
          <p:nvPr/>
        </p:nvSpPr>
        <p:spPr>
          <a:xfrm>
            <a:off x="5090658" y="5779196"/>
            <a:ext cx="302937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Direkt an der Produktionsanlage, z. B. einem Zementwerk, wird unvermeidlich entstehendes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 abgeschieden und anschließend geologisch eingespeichert (CCS).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E2E01C8-43BB-FCE4-D868-7EA87F18CBD7}"/>
              </a:ext>
            </a:extLst>
          </p:cNvPr>
          <p:cNvSpPr txBox="1"/>
          <p:nvPr/>
        </p:nvSpPr>
        <p:spPr>
          <a:xfrm>
            <a:off x="8567195" y="5779197"/>
            <a:ext cx="30293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0070C0"/>
                </a:solidFill>
              </a:rPr>
              <a:t>Unvermeidlich entstehende Treibhausgase, die wie in der Landwirtschaft verteilt in der Fläche freigesetzt werden, müssen durch die Entfernung von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 aus der Atmosphäre ausgeglichen werden.</a:t>
            </a:r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02F32E05-91AE-B5AA-B534-2BE7CDC9C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876" y="4799723"/>
            <a:ext cx="812961" cy="812961"/>
          </a:xfrm>
          <a:prstGeom prst="rect">
            <a:avLst/>
          </a:prstGeom>
        </p:spPr>
      </p:pic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A0442CED-4406-653A-F0FD-C6C03BDE5A1A}"/>
              </a:ext>
            </a:extLst>
          </p:cNvPr>
          <p:cNvCxnSpPr>
            <a:cxnSpLocks/>
          </p:cNvCxnSpPr>
          <p:nvPr/>
        </p:nvCxnSpPr>
        <p:spPr>
          <a:xfrm flipH="1">
            <a:off x="10295410" y="4392058"/>
            <a:ext cx="219244" cy="376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3E27053D-7C6A-FA52-A579-4FCAB71475C9}"/>
              </a:ext>
            </a:extLst>
          </p:cNvPr>
          <p:cNvCxnSpPr>
            <a:cxnSpLocks/>
          </p:cNvCxnSpPr>
          <p:nvPr/>
        </p:nvCxnSpPr>
        <p:spPr>
          <a:xfrm>
            <a:off x="11148815" y="4397686"/>
            <a:ext cx="225477" cy="339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4336B8B3-682F-9146-5597-55B614CC84B1}"/>
              </a:ext>
            </a:extLst>
          </p:cNvPr>
          <p:cNvSpPr txBox="1"/>
          <p:nvPr/>
        </p:nvSpPr>
        <p:spPr>
          <a:xfrm>
            <a:off x="803946" y="288646"/>
            <a:ext cx="1007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1: Wie kommen wir zu Netto-Null-Emissionen? (für Publikation)</a:t>
            </a:r>
          </a:p>
        </p:txBody>
      </p:sp>
      <p:pic>
        <p:nvPicPr>
          <p:cNvPr id="18" name="Grafik 17" descr="Windkraftanlagen mit einfarbiger Füllung">
            <a:extLst>
              <a:ext uri="{FF2B5EF4-FFF2-40B4-BE49-F238E27FC236}">
                <a16:creationId xmlns:a16="http://schemas.microsoft.com/office/drawing/2014/main" id="{C451FC66-FFC5-CC1E-30C8-BD569F0DC7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874" y="2583221"/>
            <a:ext cx="1482893" cy="1482893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EBACC2A1-B1FE-F2D9-EF40-E300D69D8C5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363"/>
          <a:stretch/>
        </p:blipFill>
        <p:spPr>
          <a:xfrm>
            <a:off x="10395354" y="3716785"/>
            <a:ext cx="812962" cy="588921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D8C0F83C-5F94-7234-3D54-EDB9DB82B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7126" y="3718211"/>
            <a:ext cx="836646" cy="794284"/>
          </a:xfrm>
          <a:prstGeom prst="rect">
            <a:avLst/>
          </a:prstGeom>
        </p:spPr>
      </p:pic>
      <p:pic>
        <p:nvPicPr>
          <p:cNvPr id="48" name="Grafik 47" descr="Kuh mit einfarbiger Füllung">
            <a:extLst>
              <a:ext uri="{FF2B5EF4-FFF2-40B4-BE49-F238E27FC236}">
                <a16:creationId xmlns:a16="http://schemas.microsoft.com/office/drawing/2014/main" id="{A46E2412-21A9-AAE6-88D5-6AE1240B7F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5148" y="3707671"/>
            <a:ext cx="676104" cy="676104"/>
          </a:xfrm>
          <a:prstGeom prst="rect">
            <a:avLst/>
          </a:prstGeom>
        </p:spPr>
      </p:pic>
      <p:grpSp>
        <p:nvGrpSpPr>
          <p:cNvPr id="50" name="Gruppieren 49">
            <a:extLst>
              <a:ext uri="{FF2B5EF4-FFF2-40B4-BE49-F238E27FC236}">
                <a16:creationId xmlns:a16="http://schemas.microsoft.com/office/drawing/2014/main" id="{AC4DD49C-4EAD-5984-8E73-7E2B9B8DCAB0}"/>
              </a:ext>
            </a:extLst>
          </p:cNvPr>
          <p:cNvGrpSpPr/>
          <p:nvPr/>
        </p:nvGrpSpPr>
        <p:grpSpPr>
          <a:xfrm>
            <a:off x="9784161" y="4829983"/>
            <a:ext cx="812962" cy="833008"/>
            <a:chOff x="2975768" y="2648845"/>
            <a:chExt cx="812962" cy="833008"/>
          </a:xfrm>
        </p:grpSpPr>
        <p:pic>
          <p:nvPicPr>
            <p:cNvPr id="51" name="Grafik 50">
              <a:extLst>
                <a:ext uri="{FF2B5EF4-FFF2-40B4-BE49-F238E27FC236}">
                  <a16:creationId xmlns:a16="http://schemas.microsoft.com/office/drawing/2014/main" id="{5BE79FB0-65B2-676D-41BF-F5D5E6BA99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52" name="Grafik 51">
              <a:extLst>
                <a:ext uri="{FF2B5EF4-FFF2-40B4-BE49-F238E27FC236}">
                  <a16:creationId xmlns:a16="http://schemas.microsoft.com/office/drawing/2014/main" id="{1F11E4F6-2640-C324-8B61-E326C544D6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5C2655AA-24FB-13F0-301D-9D6631EEC9FD}"/>
              </a:ext>
            </a:extLst>
          </p:cNvPr>
          <p:cNvGrpSpPr/>
          <p:nvPr/>
        </p:nvGrpSpPr>
        <p:grpSpPr>
          <a:xfrm>
            <a:off x="9312961" y="3780407"/>
            <a:ext cx="791175" cy="475431"/>
            <a:chOff x="10027413" y="2008818"/>
            <a:chExt cx="708769" cy="505627"/>
          </a:xfrm>
        </p:grpSpPr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1A486CEE-046A-B16D-4A11-76685ACC9DFD}"/>
                </a:ext>
              </a:extLst>
            </p:cNvPr>
            <p:cNvSpPr/>
            <p:nvPr/>
          </p:nvSpPr>
          <p:spPr>
            <a:xfrm>
              <a:off x="10027413" y="2262983"/>
              <a:ext cx="330200" cy="81688"/>
            </a:xfrm>
            <a:custGeom>
              <a:avLst/>
              <a:gdLst>
                <a:gd name="connsiteX0" fmla="*/ 307487 w 330200"/>
                <a:gd name="connsiteY0" fmla="*/ 81689 h 81688"/>
                <a:gd name="connsiteX1" fmla="*/ 330200 w 330200"/>
                <a:gd name="connsiteY1" fmla="*/ 71799 h 81688"/>
                <a:gd name="connsiteX2" fmla="*/ 322049 w 330200"/>
                <a:gd name="connsiteY2" fmla="*/ 69071 h 81688"/>
                <a:gd name="connsiteX3" fmla="*/ 17307 w 330200"/>
                <a:gd name="connsiteY3" fmla="*/ 1747 h 81688"/>
                <a:gd name="connsiteX4" fmla="*/ 0 w 330200"/>
                <a:gd name="connsiteY4" fmla="*/ 0 h 81688"/>
                <a:gd name="connsiteX5" fmla="*/ 0 w 330200"/>
                <a:gd name="connsiteY5" fmla="*/ 16582 h 81688"/>
                <a:gd name="connsiteX6" fmla="*/ 15576 w 330200"/>
                <a:gd name="connsiteY6" fmla="*/ 18156 h 81688"/>
                <a:gd name="connsiteX7" fmla="*/ 307487 w 330200"/>
                <a:gd name="connsiteY7" fmla="*/ 81689 h 8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200" h="81688">
                  <a:moveTo>
                    <a:pt x="307487" y="81689"/>
                  </a:moveTo>
                  <a:cubicBezTo>
                    <a:pt x="315020" y="78310"/>
                    <a:pt x="322610" y="75038"/>
                    <a:pt x="330200" y="71799"/>
                  </a:cubicBezTo>
                  <a:lnTo>
                    <a:pt x="322049" y="69071"/>
                  </a:lnTo>
                  <a:cubicBezTo>
                    <a:pt x="223179" y="35759"/>
                    <a:pt x="121009" y="13187"/>
                    <a:pt x="17307" y="1747"/>
                  </a:cubicBezTo>
                  <a:lnTo>
                    <a:pt x="0" y="0"/>
                  </a:lnTo>
                  <a:lnTo>
                    <a:pt x="0" y="16582"/>
                  </a:lnTo>
                  <a:lnTo>
                    <a:pt x="15576" y="18156"/>
                  </a:lnTo>
                  <a:cubicBezTo>
                    <a:pt x="114823" y="29135"/>
                    <a:pt x="212655" y="50428"/>
                    <a:pt x="307487" y="8168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B5CC4FFA-9605-EA34-1407-B0E5FDD65356}"/>
                </a:ext>
              </a:extLst>
            </p:cNvPr>
            <p:cNvSpPr/>
            <p:nvPr/>
          </p:nvSpPr>
          <p:spPr>
            <a:xfrm>
              <a:off x="10027413" y="2008818"/>
              <a:ext cx="444978" cy="290303"/>
            </a:xfrm>
            <a:custGeom>
              <a:avLst/>
              <a:gdLst>
                <a:gd name="connsiteX0" fmla="*/ 154897 w 444978"/>
                <a:gd name="connsiteY0" fmla="*/ 209233 h 290303"/>
                <a:gd name="connsiteX1" fmla="*/ 171380 w 444978"/>
                <a:gd name="connsiteY1" fmla="*/ 212669 h 290303"/>
                <a:gd name="connsiteX2" fmla="*/ 421655 w 444978"/>
                <a:gd name="connsiteY2" fmla="*/ 290304 h 290303"/>
                <a:gd name="connsiteX3" fmla="*/ 444978 w 444978"/>
                <a:gd name="connsiteY3" fmla="*/ 282326 h 290303"/>
                <a:gd name="connsiteX4" fmla="*/ 174759 w 444978"/>
                <a:gd name="connsiteY4" fmla="*/ 196574 h 290303"/>
                <a:gd name="connsiteX5" fmla="*/ 158194 w 444978"/>
                <a:gd name="connsiteY5" fmla="*/ 193088 h 290303"/>
                <a:gd name="connsiteX6" fmla="*/ 156546 w 444978"/>
                <a:gd name="connsiteY6" fmla="*/ 192783 h 290303"/>
                <a:gd name="connsiteX7" fmla="*/ 156546 w 444978"/>
                <a:gd name="connsiteY7" fmla="*/ 137516 h 290303"/>
                <a:gd name="connsiteX8" fmla="*/ 198733 w 444978"/>
                <a:gd name="connsiteY8" fmla="*/ 122212 h 290303"/>
                <a:gd name="connsiteX9" fmla="*/ 213955 w 444978"/>
                <a:gd name="connsiteY9" fmla="*/ 71437 h 290303"/>
                <a:gd name="connsiteX10" fmla="*/ 213271 w 444978"/>
                <a:gd name="connsiteY10" fmla="*/ 65066 h 290303"/>
                <a:gd name="connsiteX11" fmla="*/ 206933 w 444978"/>
                <a:gd name="connsiteY11" fmla="*/ 64151 h 290303"/>
                <a:gd name="connsiteX12" fmla="*/ 177545 w 444978"/>
                <a:gd name="connsiteY12" fmla="*/ 65931 h 290303"/>
                <a:gd name="connsiteX13" fmla="*/ 179778 w 444978"/>
                <a:gd name="connsiteY13" fmla="*/ 53825 h 290303"/>
                <a:gd name="connsiteX14" fmla="*/ 154230 w 444978"/>
                <a:gd name="connsiteY14" fmla="*/ 5044 h 290303"/>
                <a:gd name="connsiteX15" fmla="*/ 148683 w 444978"/>
                <a:gd name="connsiteY15" fmla="*/ 0 h 290303"/>
                <a:gd name="connsiteX16" fmla="*/ 143137 w 444978"/>
                <a:gd name="connsiteY16" fmla="*/ 5044 h 290303"/>
                <a:gd name="connsiteX17" fmla="*/ 117588 w 444978"/>
                <a:gd name="connsiteY17" fmla="*/ 54418 h 290303"/>
                <a:gd name="connsiteX18" fmla="*/ 119542 w 444978"/>
                <a:gd name="connsiteY18" fmla="*/ 65832 h 290303"/>
                <a:gd name="connsiteX19" fmla="*/ 89790 w 444978"/>
                <a:gd name="connsiteY19" fmla="*/ 64052 h 290303"/>
                <a:gd name="connsiteX20" fmla="*/ 83461 w 444978"/>
                <a:gd name="connsiteY20" fmla="*/ 64975 h 290303"/>
                <a:gd name="connsiteX21" fmla="*/ 82785 w 444978"/>
                <a:gd name="connsiteY21" fmla="*/ 71329 h 290303"/>
                <a:gd name="connsiteX22" fmla="*/ 97990 w 444978"/>
                <a:gd name="connsiteY22" fmla="*/ 122105 h 290303"/>
                <a:gd name="connsiteX23" fmla="*/ 140063 w 444978"/>
                <a:gd name="connsiteY23" fmla="*/ 137351 h 290303"/>
                <a:gd name="connsiteX24" fmla="*/ 140063 w 444978"/>
                <a:gd name="connsiteY24" fmla="*/ 189709 h 290303"/>
                <a:gd name="connsiteX25" fmla="*/ 17159 w 444978"/>
                <a:gd name="connsiteY25" fmla="*/ 172130 h 290303"/>
                <a:gd name="connsiteX26" fmla="*/ 0 w 444978"/>
                <a:gd name="connsiteY26" fmla="*/ 170614 h 290303"/>
                <a:gd name="connsiteX27" fmla="*/ 0 w 444978"/>
                <a:gd name="connsiteY27" fmla="*/ 187162 h 290303"/>
                <a:gd name="connsiteX28" fmla="*/ 15659 w 444978"/>
                <a:gd name="connsiteY28" fmla="*/ 188539 h 290303"/>
                <a:gd name="connsiteX29" fmla="*/ 154897 w 444978"/>
                <a:gd name="connsiteY29" fmla="*/ 209233 h 290303"/>
                <a:gd name="connsiteX30" fmla="*/ 197753 w 444978"/>
                <a:gd name="connsiteY30" fmla="*/ 80049 h 290303"/>
                <a:gd name="connsiteX31" fmla="*/ 187335 w 444978"/>
                <a:gd name="connsiteY31" fmla="*/ 110336 h 290303"/>
                <a:gd name="connsiteX32" fmla="*/ 159842 w 444978"/>
                <a:gd name="connsiteY32" fmla="*/ 120753 h 290303"/>
                <a:gd name="connsiteX33" fmla="*/ 160221 w 444978"/>
                <a:gd name="connsiteY33" fmla="*/ 99597 h 290303"/>
                <a:gd name="connsiteX34" fmla="*/ 167086 w 444978"/>
                <a:gd name="connsiteY34" fmla="*/ 89345 h 290303"/>
                <a:gd name="connsiteX35" fmla="*/ 196854 w 444978"/>
                <a:gd name="connsiteY35" fmla="*/ 80073 h 290303"/>
                <a:gd name="connsiteX36" fmla="*/ 148716 w 444978"/>
                <a:gd name="connsiteY36" fmla="*/ 23059 h 290303"/>
                <a:gd name="connsiteX37" fmla="*/ 163361 w 444978"/>
                <a:gd name="connsiteY37" fmla="*/ 53174 h 290303"/>
                <a:gd name="connsiteX38" fmla="*/ 150999 w 444978"/>
                <a:gd name="connsiteY38" fmla="*/ 79876 h 290303"/>
                <a:gd name="connsiteX39" fmla="*/ 145675 w 444978"/>
                <a:gd name="connsiteY39" fmla="*/ 79167 h 290303"/>
                <a:gd name="connsiteX40" fmla="*/ 134055 w 444978"/>
                <a:gd name="connsiteY40" fmla="*/ 53792 h 290303"/>
                <a:gd name="connsiteX41" fmla="*/ 148716 w 444978"/>
                <a:gd name="connsiteY41" fmla="*/ 23059 h 290303"/>
                <a:gd name="connsiteX42" fmla="*/ 137541 w 444978"/>
                <a:gd name="connsiteY42" fmla="*/ 120629 h 290303"/>
                <a:gd name="connsiteX43" fmla="*/ 109454 w 444978"/>
                <a:gd name="connsiteY43" fmla="*/ 110221 h 290303"/>
                <a:gd name="connsiteX44" fmla="*/ 99045 w 444978"/>
                <a:gd name="connsiteY44" fmla="*/ 79942 h 290303"/>
                <a:gd name="connsiteX45" fmla="*/ 129596 w 444978"/>
                <a:gd name="connsiteY45" fmla="*/ 89007 h 290303"/>
                <a:gd name="connsiteX46" fmla="*/ 136816 w 444978"/>
                <a:gd name="connsiteY46" fmla="*/ 99985 h 290303"/>
                <a:gd name="connsiteX47" fmla="*/ 137541 w 444978"/>
                <a:gd name="connsiteY47" fmla="*/ 120629 h 29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4978" h="290303">
                  <a:moveTo>
                    <a:pt x="154897" y="209233"/>
                  </a:moveTo>
                  <a:lnTo>
                    <a:pt x="171380" y="212669"/>
                  </a:lnTo>
                  <a:cubicBezTo>
                    <a:pt x="257005" y="230835"/>
                    <a:pt x="340781" y="256822"/>
                    <a:pt x="421655" y="290304"/>
                  </a:cubicBezTo>
                  <a:cubicBezTo>
                    <a:pt x="429408" y="287584"/>
                    <a:pt x="437182" y="284924"/>
                    <a:pt x="444978" y="282326"/>
                  </a:cubicBezTo>
                  <a:cubicBezTo>
                    <a:pt x="357929" y="244965"/>
                    <a:pt x="267422" y="216244"/>
                    <a:pt x="174759" y="196574"/>
                  </a:cubicBezTo>
                  <a:lnTo>
                    <a:pt x="158194" y="193088"/>
                  </a:lnTo>
                  <a:lnTo>
                    <a:pt x="156546" y="192783"/>
                  </a:lnTo>
                  <a:lnTo>
                    <a:pt x="156546" y="137516"/>
                  </a:lnTo>
                  <a:cubicBezTo>
                    <a:pt x="171940" y="137364"/>
                    <a:pt x="186822" y="131966"/>
                    <a:pt x="198733" y="122212"/>
                  </a:cubicBezTo>
                  <a:cubicBezTo>
                    <a:pt x="217227" y="104443"/>
                    <a:pt x="214095" y="72763"/>
                    <a:pt x="213955" y="71437"/>
                  </a:cubicBezTo>
                  <a:lnTo>
                    <a:pt x="213271" y="65066"/>
                  </a:lnTo>
                  <a:lnTo>
                    <a:pt x="206933" y="64151"/>
                  </a:lnTo>
                  <a:cubicBezTo>
                    <a:pt x="197109" y="63003"/>
                    <a:pt x="187159" y="63606"/>
                    <a:pt x="177545" y="65931"/>
                  </a:cubicBezTo>
                  <a:cubicBezTo>
                    <a:pt x="178706" y="61984"/>
                    <a:pt x="179454" y="57926"/>
                    <a:pt x="179778" y="53825"/>
                  </a:cubicBezTo>
                  <a:cubicBezTo>
                    <a:pt x="179778" y="28581"/>
                    <a:pt x="155260" y="6024"/>
                    <a:pt x="154230" y="5044"/>
                  </a:cubicBezTo>
                  <a:lnTo>
                    <a:pt x="148683" y="0"/>
                  </a:lnTo>
                  <a:lnTo>
                    <a:pt x="143137" y="5044"/>
                  </a:lnTo>
                  <a:cubicBezTo>
                    <a:pt x="142090" y="5991"/>
                    <a:pt x="117588" y="28581"/>
                    <a:pt x="117588" y="54418"/>
                  </a:cubicBezTo>
                  <a:cubicBezTo>
                    <a:pt x="117878" y="58276"/>
                    <a:pt x="118532" y="62097"/>
                    <a:pt x="119542" y="65832"/>
                  </a:cubicBezTo>
                  <a:cubicBezTo>
                    <a:pt x="109812" y="63460"/>
                    <a:pt x="99734" y="62856"/>
                    <a:pt x="89790" y="64052"/>
                  </a:cubicBezTo>
                  <a:lnTo>
                    <a:pt x="83461" y="64975"/>
                  </a:lnTo>
                  <a:lnTo>
                    <a:pt x="82785" y="71329"/>
                  </a:lnTo>
                  <a:cubicBezTo>
                    <a:pt x="82645" y="72673"/>
                    <a:pt x="79488" y="104336"/>
                    <a:pt x="97990" y="122105"/>
                  </a:cubicBezTo>
                  <a:cubicBezTo>
                    <a:pt x="109870" y="131828"/>
                    <a:pt x="124712" y="137206"/>
                    <a:pt x="140063" y="137351"/>
                  </a:cubicBezTo>
                  <a:lnTo>
                    <a:pt x="140063" y="189709"/>
                  </a:lnTo>
                  <a:cubicBezTo>
                    <a:pt x="99548" y="182160"/>
                    <a:pt x="58341" y="176185"/>
                    <a:pt x="17159" y="172130"/>
                  </a:cubicBezTo>
                  <a:lnTo>
                    <a:pt x="0" y="170614"/>
                  </a:lnTo>
                  <a:lnTo>
                    <a:pt x="0" y="187162"/>
                  </a:lnTo>
                  <a:lnTo>
                    <a:pt x="15659" y="188539"/>
                  </a:lnTo>
                  <a:cubicBezTo>
                    <a:pt x="62363" y="193146"/>
                    <a:pt x="109232" y="200110"/>
                    <a:pt x="154897" y="209233"/>
                  </a:cubicBezTo>
                  <a:close/>
                  <a:moveTo>
                    <a:pt x="197753" y="80049"/>
                  </a:moveTo>
                  <a:cubicBezTo>
                    <a:pt x="198138" y="91084"/>
                    <a:pt x="194427" y="101872"/>
                    <a:pt x="187335" y="110336"/>
                  </a:cubicBezTo>
                  <a:cubicBezTo>
                    <a:pt x="179472" y="116574"/>
                    <a:pt x="169864" y="120214"/>
                    <a:pt x="159842" y="120753"/>
                  </a:cubicBezTo>
                  <a:cubicBezTo>
                    <a:pt x="158967" y="113719"/>
                    <a:pt x="159095" y="106596"/>
                    <a:pt x="160221" y="99597"/>
                  </a:cubicBezTo>
                  <a:cubicBezTo>
                    <a:pt x="161722" y="95713"/>
                    <a:pt x="164067" y="92211"/>
                    <a:pt x="167086" y="89345"/>
                  </a:cubicBezTo>
                  <a:cubicBezTo>
                    <a:pt x="175550" y="82735"/>
                    <a:pt x="186134" y="79439"/>
                    <a:pt x="196854" y="80073"/>
                  </a:cubicBezTo>
                  <a:close/>
                  <a:moveTo>
                    <a:pt x="148716" y="23059"/>
                  </a:moveTo>
                  <a:cubicBezTo>
                    <a:pt x="156696" y="31271"/>
                    <a:pt x="161829" y="41827"/>
                    <a:pt x="163361" y="53174"/>
                  </a:cubicBezTo>
                  <a:cubicBezTo>
                    <a:pt x="162429" y="63230"/>
                    <a:pt x="158064" y="72659"/>
                    <a:pt x="150999" y="79876"/>
                  </a:cubicBezTo>
                  <a:cubicBezTo>
                    <a:pt x="149194" y="80195"/>
                    <a:pt x="147334" y="79947"/>
                    <a:pt x="145675" y="79167"/>
                  </a:cubicBezTo>
                  <a:cubicBezTo>
                    <a:pt x="138744" y="72474"/>
                    <a:pt x="134594" y="63412"/>
                    <a:pt x="134055" y="53792"/>
                  </a:cubicBezTo>
                  <a:cubicBezTo>
                    <a:pt x="135486" y="42231"/>
                    <a:pt x="140631" y="31447"/>
                    <a:pt x="148716" y="23059"/>
                  </a:cubicBezTo>
                  <a:close/>
                  <a:moveTo>
                    <a:pt x="137541" y="120629"/>
                  </a:moveTo>
                  <a:cubicBezTo>
                    <a:pt x="127321" y="120182"/>
                    <a:pt x="117498" y="116542"/>
                    <a:pt x="109454" y="110221"/>
                  </a:cubicBezTo>
                  <a:cubicBezTo>
                    <a:pt x="102376" y="101753"/>
                    <a:pt x="98669" y="90972"/>
                    <a:pt x="99045" y="79942"/>
                  </a:cubicBezTo>
                  <a:cubicBezTo>
                    <a:pt x="109993" y="79141"/>
                    <a:pt x="120856" y="82365"/>
                    <a:pt x="129596" y="89007"/>
                  </a:cubicBezTo>
                  <a:cubicBezTo>
                    <a:pt x="132663" y="92187"/>
                    <a:pt x="135111" y="95909"/>
                    <a:pt x="136816" y="99985"/>
                  </a:cubicBezTo>
                  <a:cubicBezTo>
                    <a:pt x="138635" y="106720"/>
                    <a:pt x="138883" y="113783"/>
                    <a:pt x="137541" y="12062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BC39BEB5-2E9C-485D-AD0D-6795CA5E0470}"/>
                </a:ext>
              </a:extLst>
            </p:cNvPr>
            <p:cNvSpPr/>
            <p:nvPr/>
          </p:nvSpPr>
          <p:spPr>
            <a:xfrm>
              <a:off x="10027454" y="2345496"/>
              <a:ext cx="223556" cy="51302"/>
            </a:xfrm>
            <a:custGeom>
              <a:avLst/>
              <a:gdLst>
                <a:gd name="connsiteX0" fmla="*/ 191539 w 223556"/>
                <a:gd name="connsiteY0" fmla="*/ 48517 h 51302"/>
                <a:gd name="connsiteX1" fmla="*/ 201428 w 223556"/>
                <a:gd name="connsiteY1" fmla="*/ 50899 h 51302"/>
                <a:gd name="connsiteX2" fmla="*/ 202821 w 223556"/>
                <a:gd name="connsiteY2" fmla="*/ 51303 h 51302"/>
                <a:gd name="connsiteX3" fmla="*/ 223556 w 223556"/>
                <a:gd name="connsiteY3" fmla="*/ 40152 h 51302"/>
                <a:gd name="connsiteX4" fmla="*/ 205656 w 223556"/>
                <a:gd name="connsiteY4" fmla="*/ 34977 h 51302"/>
                <a:gd name="connsiteX5" fmla="*/ 195396 w 223556"/>
                <a:gd name="connsiteY5" fmla="*/ 32504 h 51302"/>
                <a:gd name="connsiteX6" fmla="*/ 17225 w 223556"/>
                <a:gd name="connsiteY6" fmla="*/ 1566 h 51302"/>
                <a:gd name="connsiteX7" fmla="*/ 0 w 223556"/>
                <a:gd name="connsiteY7" fmla="*/ 0 h 51302"/>
                <a:gd name="connsiteX8" fmla="*/ 0 w 223556"/>
                <a:gd name="connsiteY8" fmla="*/ 16549 h 51302"/>
                <a:gd name="connsiteX9" fmla="*/ 15576 w 223556"/>
                <a:gd name="connsiteY9" fmla="*/ 17958 h 51302"/>
                <a:gd name="connsiteX10" fmla="*/ 191539 w 223556"/>
                <a:gd name="connsiteY10" fmla="*/ 48517 h 5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3556" h="51302">
                  <a:moveTo>
                    <a:pt x="191539" y="48517"/>
                  </a:moveTo>
                  <a:lnTo>
                    <a:pt x="201428" y="50899"/>
                  </a:lnTo>
                  <a:lnTo>
                    <a:pt x="202821" y="51303"/>
                  </a:lnTo>
                  <a:cubicBezTo>
                    <a:pt x="209705" y="47528"/>
                    <a:pt x="216617" y="43811"/>
                    <a:pt x="223556" y="40152"/>
                  </a:cubicBezTo>
                  <a:lnTo>
                    <a:pt x="205656" y="34977"/>
                  </a:lnTo>
                  <a:lnTo>
                    <a:pt x="195396" y="32504"/>
                  </a:lnTo>
                  <a:cubicBezTo>
                    <a:pt x="136702" y="18516"/>
                    <a:pt x="77197" y="8184"/>
                    <a:pt x="17225" y="1566"/>
                  </a:cubicBezTo>
                  <a:lnTo>
                    <a:pt x="0" y="0"/>
                  </a:lnTo>
                  <a:lnTo>
                    <a:pt x="0" y="16549"/>
                  </a:lnTo>
                  <a:lnTo>
                    <a:pt x="15576" y="17958"/>
                  </a:lnTo>
                  <a:cubicBezTo>
                    <a:pt x="74805" y="24506"/>
                    <a:pt x="133571" y="34712"/>
                    <a:pt x="191539" y="48517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18474E20-9DCD-82D0-9320-0EEF6B2261AA}"/>
                </a:ext>
              </a:extLst>
            </p:cNvPr>
            <p:cNvSpPr/>
            <p:nvPr/>
          </p:nvSpPr>
          <p:spPr>
            <a:xfrm>
              <a:off x="10027454" y="2426139"/>
              <a:ext cx="127824" cy="28877"/>
            </a:xfrm>
            <a:custGeom>
              <a:avLst/>
              <a:gdLst>
                <a:gd name="connsiteX0" fmla="*/ 85068 w 127824"/>
                <a:gd name="connsiteY0" fmla="*/ 26331 h 28877"/>
                <a:gd name="connsiteX1" fmla="*/ 105671 w 127824"/>
                <a:gd name="connsiteY1" fmla="*/ 28878 h 28877"/>
                <a:gd name="connsiteX2" fmla="*/ 127824 w 127824"/>
                <a:gd name="connsiteY2" fmla="*/ 14703 h 28877"/>
                <a:gd name="connsiteX3" fmla="*/ 87441 w 127824"/>
                <a:gd name="connsiteY3" fmla="*/ 10013 h 28877"/>
                <a:gd name="connsiteX4" fmla="*/ 77016 w 127824"/>
                <a:gd name="connsiteY4" fmla="*/ 8546 h 28877"/>
                <a:gd name="connsiteX5" fmla="*/ 17266 w 127824"/>
                <a:gd name="connsiteY5" fmla="*/ 1558 h 28877"/>
                <a:gd name="connsiteX6" fmla="*/ 0 w 127824"/>
                <a:gd name="connsiteY6" fmla="*/ 0 h 28877"/>
                <a:gd name="connsiteX7" fmla="*/ 0 w 127824"/>
                <a:gd name="connsiteY7" fmla="*/ 16549 h 28877"/>
                <a:gd name="connsiteX8" fmla="*/ 15725 w 127824"/>
                <a:gd name="connsiteY8" fmla="*/ 17966 h 28877"/>
                <a:gd name="connsiteX9" fmla="*/ 74717 w 127824"/>
                <a:gd name="connsiteY9" fmla="*/ 24864 h 28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824" h="28877">
                  <a:moveTo>
                    <a:pt x="85068" y="26331"/>
                  </a:moveTo>
                  <a:cubicBezTo>
                    <a:pt x="90293" y="27081"/>
                    <a:pt x="98064" y="27980"/>
                    <a:pt x="105671" y="28878"/>
                  </a:cubicBezTo>
                  <a:cubicBezTo>
                    <a:pt x="113012" y="24081"/>
                    <a:pt x="120396" y="19357"/>
                    <a:pt x="127824" y="14703"/>
                  </a:cubicBezTo>
                  <a:cubicBezTo>
                    <a:pt x="119426" y="13821"/>
                    <a:pt x="97817" y="11513"/>
                    <a:pt x="87441" y="10013"/>
                  </a:cubicBezTo>
                  <a:lnTo>
                    <a:pt x="77016" y="8546"/>
                  </a:lnTo>
                  <a:cubicBezTo>
                    <a:pt x="59132" y="6024"/>
                    <a:pt x="40160" y="3808"/>
                    <a:pt x="17266" y="1558"/>
                  </a:cubicBezTo>
                  <a:lnTo>
                    <a:pt x="0" y="0"/>
                  </a:lnTo>
                  <a:lnTo>
                    <a:pt x="0" y="16549"/>
                  </a:lnTo>
                  <a:lnTo>
                    <a:pt x="15725" y="17966"/>
                  </a:lnTo>
                  <a:cubicBezTo>
                    <a:pt x="38314" y="20191"/>
                    <a:pt x="57063" y="22384"/>
                    <a:pt x="74717" y="24864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3" name="Freihandform: Form 72">
              <a:extLst>
                <a:ext uri="{FF2B5EF4-FFF2-40B4-BE49-F238E27FC236}">
                  <a16:creationId xmlns:a16="http://schemas.microsoft.com/office/drawing/2014/main" id="{D264F2A4-753A-6804-1258-0207D16AE7EC}"/>
                </a:ext>
              </a:extLst>
            </p:cNvPr>
            <p:cNvSpPr/>
            <p:nvPr/>
          </p:nvSpPr>
          <p:spPr>
            <a:xfrm>
              <a:off x="10251810" y="2341837"/>
              <a:ext cx="484363" cy="172608"/>
            </a:xfrm>
            <a:custGeom>
              <a:avLst/>
              <a:gdLst>
                <a:gd name="connsiteX0" fmla="*/ 0 w 484363"/>
                <a:gd name="connsiteY0" fmla="*/ 172608 h 172608"/>
                <a:gd name="connsiteX1" fmla="*/ 34878 w 484363"/>
                <a:gd name="connsiteY1" fmla="*/ 172608 h 172608"/>
                <a:gd name="connsiteX2" fmla="*/ 49003 w 484363"/>
                <a:gd name="connsiteY2" fmla="*/ 165034 h 172608"/>
                <a:gd name="connsiteX3" fmla="*/ 484364 w 484363"/>
                <a:gd name="connsiteY3" fmla="*/ 16689 h 172608"/>
                <a:gd name="connsiteX4" fmla="*/ 484364 w 484363"/>
                <a:gd name="connsiteY4" fmla="*/ 0 h 172608"/>
                <a:gd name="connsiteX5" fmla="*/ 41215 w 484363"/>
                <a:gd name="connsiteY5" fmla="*/ 150505 h 17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4363" h="172608">
                  <a:moveTo>
                    <a:pt x="0" y="172608"/>
                  </a:moveTo>
                  <a:lnTo>
                    <a:pt x="34878" y="172608"/>
                  </a:lnTo>
                  <a:lnTo>
                    <a:pt x="49003" y="165034"/>
                  </a:lnTo>
                  <a:cubicBezTo>
                    <a:pt x="184992" y="92011"/>
                    <a:pt x="332082" y="41892"/>
                    <a:pt x="484364" y="16689"/>
                  </a:cubicBezTo>
                  <a:lnTo>
                    <a:pt x="484364" y="0"/>
                  </a:lnTo>
                  <a:cubicBezTo>
                    <a:pt x="329349" y="25347"/>
                    <a:pt x="179605" y="76204"/>
                    <a:pt x="41215" y="150505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4" name="Freihandform: Form 73">
              <a:extLst>
                <a:ext uri="{FF2B5EF4-FFF2-40B4-BE49-F238E27FC236}">
                  <a16:creationId xmlns:a16="http://schemas.microsoft.com/office/drawing/2014/main" id="{C5A21C51-59A1-4FAD-A1CD-B3F4BD171D01}"/>
                </a:ext>
              </a:extLst>
            </p:cNvPr>
            <p:cNvSpPr/>
            <p:nvPr/>
          </p:nvSpPr>
          <p:spPr>
            <a:xfrm>
              <a:off x="10443703" y="2427391"/>
              <a:ext cx="292446" cy="87054"/>
            </a:xfrm>
            <a:custGeom>
              <a:avLst/>
              <a:gdLst>
                <a:gd name="connsiteX0" fmla="*/ 0 w 292446"/>
                <a:gd name="connsiteY0" fmla="*/ 87054 h 87054"/>
                <a:gd name="connsiteX1" fmla="*/ 47660 w 292446"/>
                <a:gd name="connsiteY1" fmla="*/ 87054 h 87054"/>
                <a:gd name="connsiteX2" fmla="*/ 112232 w 292446"/>
                <a:gd name="connsiteY2" fmla="*/ 63269 h 87054"/>
                <a:gd name="connsiteX3" fmla="*/ 292446 w 292446"/>
                <a:gd name="connsiteY3" fmla="*/ 16796 h 87054"/>
                <a:gd name="connsiteX4" fmla="*/ 292446 w 292446"/>
                <a:gd name="connsiteY4" fmla="*/ 0 h 87054"/>
                <a:gd name="connsiteX5" fmla="*/ 106792 w 292446"/>
                <a:gd name="connsiteY5" fmla="*/ 47710 h 87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2446" h="87054">
                  <a:moveTo>
                    <a:pt x="0" y="87054"/>
                  </a:moveTo>
                  <a:lnTo>
                    <a:pt x="47660" y="87054"/>
                  </a:lnTo>
                  <a:lnTo>
                    <a:pt x="112232" y="63269"/>
                  </a:lnTo>
                  <a:cubicBezTo>
                    <a:pt x="171226" y="43867"/>
                    <a:pt x="231426" y="28342"/>
                    <a:pt x="292446" y="16796"/>
                  </a:cubicBezTo>
                  <a:lnTo>
                    <a:pt x="292446" y="0"/>
                  </a:lnTo>
                  <a:cubicBezTo>
                    <a:pt x="229572" y="11766"/>
                    <a:pt x="167549" y="27705"/>
                    <a:pt x="106792" y="47710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75" name="Freihandform: Form 74">
              <a:extLst>
                <a:ext uri="{FF2B5EF4-FFF2-40B4-BE49-F238E27FC236}">
                  <a16:creationId xmlns:a16="http://schemas.microsoft.com/office/drawing/2014/main" id="{22798EF2-D6F0-E66C-FE18-5449F57F858C}"/>
                </a:ext>
              </a:extLst>
            </p:cNvPr>
            <p:cNvSpPr/>
            <p:nvPr/>
          </p:nvSpPr>
          <p:spPr>
            <a:xfrm>
              <a:off x="10089957" y="2096507"/>
              <a:ext cx="646225" cy="417938"/>
            </a:xfrm>
            <a:custGeom>
              <a:avLst/>
              <a:gdLst>
                <a:gd name="connsiteX0" fmla="*/ 553872 w 646225"/>
                <a:gd name="connsiteY0" fmla="*/ 173993 h 417938"/>
                <a:gd name="connsiteX1" fmla="*/ 539037 w 646225"/>
                <a:gd name="connsiteY1" fmla="*/ 177108 h 417938"/>
                <a:gd name="connsiteX2" fmla="*/ 539037 w 646225"/>
                <a:gd name="connsiteY2" fmla="*/ 137516 h 417938"/>
                <a:gd name="connsiteX3" fmla="*/ 581225 w 646225"/>
                <a:gd name="connsiteY3" fmla="*/ 122212 h 417938"/>
                <a:gd name="connsiteX4" fmla="*/ 596447 w 646225"/>
                <a:gd name="connsiteY4" fmla="*/ 71437 h 417938"/>
                <a:gd name="connsiteX5" fmla="*/ 595763 w 646225"/>
                <a:gd name="connsiteY5" fmla="*/ 65066 h 417938"/>
                <a:gd name="connsiteX6" fmla="*/ 589425 w 646225"/>
                <a:gd name="connsiteY6" fmla="*/ 64151 h 417938"/>
                <a:gd name="connsiteX7" fmla="*/ 560037 w 646225"/>
                <a:gd name="connsiteY7" fmla="*/ 65931 h 417938"/>
                <a:gd name="connsiteX8" fmla="*/ 562270 w 646225"/>
                <a:gd name="connsiteY8" fmla="*/ 53825 h 417938"/>
                <a:gd name="connsiteX9" fmla="*/ 536722 w 646225"/>
                <a:gd name="connsiteY9" fmla="*/ 5044 h 417938"/>
                <a:gd name="connsiteX10" fmla="*/ 531175 w 646225"/>
                <a:gd name="connsiteY10" fmla="*/ 0 h 417938"/>
                <a:gd name="connsiteX11" fmla="*/ 525629 w 646225"/>
                <a:gd name="connsiteY11" fmla="*/ 5044 h 417938"/>
                <a:gd name="connsiteX12" fmla="*/ 500080 w 646225"/>
                <a:gd name="connsiteY12" fmla="*/ 54418 h 417938"/>
                <a:gd name="connsiteX13" fmla="*/ 502034 w 646225"/>
                <a:gd name="connsiteY13" fmla="*/ 65832 h 417938"/>
                <a:gd name="connsiteX14" fmla="*/ 472282 w 646225"/>
                <a:gd name="connsiteY14" fmla="*/ 64052 h 417938"/>
                <a:gd name="connsiteX15" fmla="*/ 465953 w 646225"/>
                <a:gd name="connsiteY15" fmla="*/ 64975 h 417938"/>
                <a:gd name="connsiteX16" fmla="*/ 465277 w 646225"/>
                <a:gd name="connsiteY16" fmla="*/ 71329 h 417938"/>
                <a:gd name="connsiteX17" fmla="*/ 480482 w 646225"/>
                <a:gd name="connsiteY17" fmla="*/ 122105 h 417938"/>
                <a:gd name="connsiteX18" fmla="*/ 522513 w 646225"/>
                <a:gd name="connsiteY18" fmla="*/ 137351 h 417938"/>
                <a:gd name="connsiteX19" fmla="*/ 522513 w 646225"/>
                <a:gd name="connsiteY19" fmla="*/ 180932 h 417938"/>
                <a:gd name="connsiteX20" fmla="*/ 6684 w 646225"/>
                <a:gd name="connsiteY20" fmla="*/ 413109 h 417938"/>
                <a:gd name="connsiteX21" fmla="*/ 0 w 646225"/>
                <a:gd name="connsiteY21" fmla="*/ 417938 h 417938"/>
                <a:gd name="connsiteX22" fmla="*/ 28730 w 646225"/>
                <a:gd name="connsiteY22" fmla="*/ 417938 h 417938"/>
                <a:gd name="connsiteX23" fmla="*/ 540801 w 646225"/>
                <a:gd name="connsiteY23" fmla="*/ 193599 h 417938"/>
                <a:gd name="connsiteX24" fmla="*/ 557284 w 646225"/>
                <a:gd name="connsiteY24" fmla="*/ 190138 h 417938"/>
                <a:gd name="connsiteX25" fmla="*/ 646225 w 646225"/>
                <a:gd name="connsiteY25" fmla="*/ 174479 h 417938"/>
                <a:gd name="connsiteX26" fmla="*/ 646225 w 646225"/>
                <a:gd name="connsiteY26" fmla="*/ 157831 h 417938"/>
                <a:gd name="connsiteX27" fmla="*/ 553872 w 646225"/>
                <a:gd name="connsiteY27" fmla="*/ 173993 h 417938"/>
                <a:gd name="connsiteX28" fmla="*/ 580244 w 646225"/>
                <a:gd name="connsiteY28" fmla="*/ 80041 h 417938"/>
                <a:gd name="connsiteX29" fmla="*/ 569827 w 646225"/>
                <a:gd name="connsiteY29" fmla="*/ 110328 h 417938"/>
                <a:gd name="connsiteX30" fmla="*/ 542342 w 646225"/>
                <a:gd name="connsiteY30" fmla="*/ 120712 h 417938"/>
                <a:gd name="connsiteX31" fmla="*/ 542721 w 646225"/>
                <a:gd name="connsiteY31" fmla="*/ 99556 h 417938"/>
                <a:gd name="connsiteX32" fmla="*/ 549586 w 646225"/>
                <a:gd name="connsiteY32" fmla="*/ 89304 h 417938"/>
                <a:gd name="connsiteX33" fmla="*/ 579363 w 646225"/>
                <a:gd name="connsiteY33" fmla="*/ 80041 h 417938"/>
                <a:gd name="connsiteX34" fmla="*/ 531208 w 646225"/>
                <a:gd name="connsiteY34" fmla="*/ 23059 h 417938"/>
                <a:gd name="connsiteX35" fmla="*/ 545853 w 646225"/>
                <a:gd name="connsiteY35" fmla="*/ 53198 h 417938"/>
                <a:gd name="connsiteX36" fmla="*/ 533491 w 646225"/>
                <a:gd name="connsiteY36" fmla="*/ 79900 h 417938"/>
                <a:gd name="connsiteX37" fmla="*/ 528167 w 646225"/>
                <a:gd name="connsiteY37" fmla="*/ 79192 h 417938"/>
                <a:gd name="connsiteX38" fmla="*/ 516547 w 646225"/>
                <a:gd name="connsiteY38" fmla="*/ 53816 h 417938"/>
                <a:gd name="connsiteX39" fmla="*/ 531208 w 646225"/>
                <a:gd name="connsiteY39" fmla="*/ 23059 h 417938"/>
                <a:gd name="connsiteX40" fmla="*/ 520033 w 646225"/>
                <a:gd name="connsiteY40" fmla="*/ 120629 h 417938"/>
                <a:gd name="connsiteX41" fmla="*/ 491946 w 646225"/>
                <a:gd name="connsiteY41" fmla="*/ 110221 h 417938"/>
                <a:gd name="connsiteX42" fmla="*/ 481537 w 646225"/>
                <a:gd name="connsiteY42" fmla="*/ 79942 h 417938"/>
                <a:gd name="connsiteX43" fmla="*/ 512088 w 646225"/>
                <a:gd name="connsiteY43" fmla="*/ 89007 h 417938"/>
                <a:gd name="connsiteX44" fmla="*/ 519308 w 646225"/>
                <a:gd name="connsiteY44" fmla="*/ 99985 h 417938"/>
                <a:gd name="connsiteX45" fmla="*/ 520033 w 646225"/>
                <a:gd name="connsiteY45" fmla="*/ 120629 h 41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46225" h="417938">
                  <a:moveTo>
                    <a:pt x="553872" y="173993"/>
                  </a:moveTo>
                  <a:lnTo>
                    <a:pt x="539037" y="177108"/>
                  </a:lnTo>
                  <a:lnTo>
                    <a:pt x="539037" y="137516"/>
                  </a:lnTo>
                  <a:cubicBezTo>
                    <a:pt x="554431" y="137360"/>
                    <a:pt x="569311" y="131961"/>
                    <a:pt x="581225" y="122212"/>
                  </a:cubicBezTo>
                  <a:cubicBezTo>
                    <a:pt x="599719" y="104443"/>
                    <a:pt x="596587" y="72763"/>
                    <a:pt x="596447" y="71437"/>
                  </a:cubicBezTo>
                  <a:lnTo>
                    <a:pt x="595763" y="65066"/>
                  </a:lnTo>
                  <a:lnTo>
                    <a:pt x="589425" y="64151"/>
                  </a:lnTo>
                  <a:cubicBezTo>
                    <a:pt x="579601" y="63003"/>
                    <a:pt x="569651" y="63606"/>
                    <a:pt x="560037" y="65931"/>
                  </a:cubicBezTo>
                  <a:cubicBezTo>
                    <a:pt x="561198" y="61984"/>
                    <a:pt x="561946" y="57926"/>
                    <a:pt x="562270" y="53825"/>
                  </a:cubicBezTo>
                  <a:cubicBezTo>
                    <a:pt x="562270" y="28581"/>
                    <a:pt x="537752" y="6024"/>
                    <a:pt x="536722" y="5044"/>
                  </a:cubicBezTo>
                  <a:lnTo>
                    <a:pt x="531175" y="0"/>
                  </a:lnTo>
                  <a:lnTo>
                    <a:pt x="525629" y="5044"/>
                  </a:lnTo>
                  <a:cubicBezTo>
                    <a:pt x="524582" y="5992"/>
                    <a:pt x="500080" y="28581"/>
                    <a:pt x="500080" y="54418"/>
                  </a:cubicBezTo>
                  <a:cubicBezTo>
                    <a:pt x="500370" y="58276"/>
                    <a:pt x="501024" y="62097"/>
                    <a:pt x="502034" y="65832"/>
                  </a:cubicBezTo>
                  <a:cubicBezTo>
                    <a:pt x="492304" y="63460"/>
                    <a:pt x="482226" y="62856"/>
                    <a:pt x="472282" y="64052"/>
                  </a:cubicBezTo>
                  <a:lnTo>
                    <a:pt x="465953" y="64975"/>
                  </a:lnTo>
                  <a:lnTo>
                    <a:pt x="465277" y="71329"/>
                  </a:lnTo>
                  <a:cubicBezTo>
                    <a:pt x="465137" y="72673"/>
                    <a:pt x="461980" y="104336"/>
                    <a:pt x="480482" y="122105"/>
                  </a:cubicBezTo>
                  <a:cubicBezTo>
                    <a:pt x="492347" y="131826"/>
                    <a:pt x="507175" y="137205"/>
                    <a:pt x="522513" y="137351"/>
                  </a:cubicBezTo>
                  <a:lnTo>
                    <a:pt x="522513" y="180932"/>
                  </a:lnTo>
                  <a:cubicBezTo>
                    <a:pt x="336971" y="223636"/>
                    <a:pt x="161679" y="302535"/>
                    <a:pt x="6684" y="413109"/>
                  </a:cubicBezTo>
                  <a:lnTo>
                    <a:pt x="0" y="417938"/>
                  </a:lnTo>
                  <a:lnTo>
                    <a:pt x="28730" y="417938"/>
                  </a:lnTo>
                  <a:cubicBezTo>
                    <a:pt x="183005" y="310208"/>
                    <a:pt x="357018" y="233974"/>
                    <a:pt x="540801" y="193599"/>
                  </a:cubicBezTo>
                  <a:lnTo>
                    <a:pt x="557284" y="190138"/>
                  </a:lnTo>
                  <a:cubicBezTo>
                    <a:pt x="587777" y="183792"/>
                    <a:pt x="617578" y="178600"/>
                    <a:pt x="646225" y="174479"/>
                  </a:cubicBezTo>
                  <a:lnTo>
                    <a:pt x="646225" y="157831"/>
                  </a:lnTo>
                  <a:cubicBezTo>
                    <a:pt x="616507" y="162026"/>
                    <a:pt x="585568" y="167399"/>
                    <a:pt x="553872" y="173993"/>
                  </a:cubicBezTo>
                  <a:close/>
                  <a:moveTo>
                    <a:pt x="580244" y="80041"/>
                  </a:moveTo>
                  <a:cubicBezTo>
                    <a:pt x="580630" y="91076"/>
                    <a:pt x="576919" y="101864"/>
                    <a:pt x="569827" y="110328"/>
                  </a:cubicBezTo>
                  <a:cubicBezTo>
                    <a:pt x="561963" y="116552"/>
                    <a:pt x="552358" y="120181"/>
                    <a:pt x="542342" y="120712"/>
                  </a:cubicBezTo>
                  <a:cubicBezTo>
                    <a:pt x="541467" y="113678"/>
                    <a:pt x="541595" y="106555"/>
                    <a:pt x="542721" y="99556"/>
                  </a:cubicBezTo>
                  <a:cubicBezTo>
                    <a:pt x="544220" y="95671"/>
                    <a:pt x="546565" y="92169"/>
                    <a:pt x="549586" y="89304"/>
                  </a:cubicBezTo>
                  <a:cubicBezTo>
                    <a:pt x="558054" y="82695"/>
                    <a:pt x="568641" y="79401"/>
                    <a:pt x="579363" y="80041"/>
                  </a:cubicBezTo>
                  <a:close/>
                  <a:moveTo>
                    <a:pt x="531208" y="23059"/>
                  </a:moveTo>
                  <a:cubicBezTo>
                    <a:pt x="539192" y="31278"/>
                    <a:pt x="544326" y="41842"/>
                    <a:pt x="545853" y="53198"/>
                  </a:cubicBezTo>
                  <a:cubicBezTo>
                    <a:pt x="544919" y="63254"/>
                    <a:pt x="540554" y="72682"/>
                    <a:pt x="533491" y="79900"/>
                  </a:cubicBezTo>
                  <a:cubicBezTo>
                    <a:pt x="531686" y="80220"/>
                    <a:pt x="529826" y="79973"/>
                    <a:pt x="528167" y="79192"/>
                  </a:cubicBezTo>
                  <a:cubicBezTo>
                    <a:pt x="521236" y="72499"/>
                    <a:pt x="517086" y="63437"/>
                    <a:pt x="516547" y="53816"/>
                  </a:cubicBezTo>
                  <a:cubicBezTo>
                    <a:pt x="517973" y="42246"/>
                    <a:pt x="523118" y="31453"/>
                    <a:pt x="531208" y="23059"/>
                  </a:cubicBezTo>
                  <a:close/>
                  <a:moveTo>
                    <a:pt x="520033" y="120629"/>
                  </a:moveTo>
                  <a:cubicBezTo>
                    <a:pt x="509813" y="120182"/>
                    <a:pt x="499990" y="116542"/>
                    <a:pt x="491946" y="110221"/>
                  </a:cubicBezTo>
                  <a:cubicBezTo>
                    <a:pt x="484868" y="101753"/>
                    <a:pt x="481161" y="90972"/>
                    <a:pt x="481537" y="79942"/>
                  </a:cubicBezTo>
                  <a:cubicBezTo>
                    <a:pt x="492488" y="79108"/>
                    <a:pt x="503364" y="82335"/>
                    <a:pt x="512088" y="89007"/>
                  </a:cubicBezTo>
                  <a:cubicBezTo>
                    <a:pt x="515155" y="92187"/>
                    <a:pt x="517603" y="95909"/>
                    <a:pt x="519308" y="99985"/>
                  </a:cubicBezTo>
                  <a:cubicBezTo>
                    <a:pt x="521127" y="106720"/>
                    <a:pt x="521375" y="113783"/>
                    <a:pt x="520033" y="12062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744292DC-0693-90F6-6BC4-7A030BC20BBD}"/>
              </a:ext>
            </a:extLst>
          </p:cNvPr>
          <p:cNvGrpSpPr/>
          <p:nvPr/>
        </p:nvGrpSpPr>
        <p:grpSpPr>
          <a:xfrm>
            <a:off x="4993381" y="2733195"/>
            <a:ext cx="2836641" cy="1794585"/>
            <a:chOff x="4658535" y="3113353"/>
            <a:chExt cx="2836641" cy="1794585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A4AC7FEA-0F0E-610C-8DBE-33A73768E6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06" b="19675"/>
            <a:stretch/>
          </p:blipFill>
          <p:spPr>
            <a:xfrm>
              <a:off x="5041308" y="3113353"/>
              <a:ext cx="2048750" cy="1219396"/>
            </a:xfrm>
            <a:prstGeom prst="rect">
              <a:avLst/>
            </a:prstGeom>
          </p:spPr>
        </p:pic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0DDDDB1-9F41-D341-B9CE-42CF390E9C96}"/>
                </a:ext>
              </a:extLst>
            </p:cNvPr>
            <p:cNvSpPr txBox="1"/>
            <p:nvPr/>
          </p:nvSpPr>
          <p:spPr>
            <a:xfrm>
              <a:off x="5565413" y="4446273"/>
              <a:ext cx="1929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/>
                <a:t>CO</a:t>
              </a:r>
              <a:r>
                <a:rPr lang="de-DE" sz="1200" baseline="-25000"/>
                <a:t>2</a:t>
              </a:r>
              <a:r>
                <a:rPr lang="de-DE" sz="1200"/>
                <a:t> (geologisch</a:t>
              </a:r>
              <a:br>
                <a:rPr lang="de-DE" sz="1200"/>
              </a:br>
              <a:r>
                <a:rPr lang="de-DE" sz="1200"/>
                <a:t>eingespeichert)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7" name="Freihand 46">
                  <a:extLst>
                    <a:ext uri="{FF2B5EF4-FFF2-40B4-BE49-F238E27FC236}">
                      <a16:creationId xmlns:a16="http://schemas.microsoft.com/office/drawing/2014/main" id="{07E4159A-AEE5-617C-FE9D-F7569FEC13C2}"/>
                    </a:ext>
                  </a:extLst>
                </p14:cNvPr>
                <p14:cNvContentPartPr/>
                <p14:nvPr/>
              </p14:nvContentPartPr>
              <p14:xfrm>
                <a:off x="6395535" y="4126665"/>
                <a:ext cx="7560" cy="6120"/>
              </p14:xfrm>
            </p:contentPart>
          </mc:Choice>
          <mc:Fallback xmlns="">
            <p:pic>
              <p:nvPicPr>
                <p:cNvPr id="47" name="Freihand 46">
                  <a:extLst>
                    <a:ext uri="{FF2B5EF4-FFF2-40B4-BE49-F238E27FC236}">
                      <a16:creationId xmlns:a16="http://schemas.microsoft.com/office/drawing/2014/main" id="{07E4159A-AEE5-617C-FE9D-F7569FEC13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6535" y="4117665"/>
                  <a:ext cx="25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4" name="Freihand 53">
                  <a:extLst>
                    <a:ext uri="{FF2B5EF4-FFF2-40B4-BE49-F238E27FC236}">
                      <a16:creationId xmlns:a16="http://schemas.microsoft.com/office/drawing/2014/main" id="{D5CF6212-4317-5920-F8B0-4C4ECF8ACAC4}"/>
                    </a:ext>
                  </a:extLst>
                </p14:cNvPr>
                <p14:cNvContentPartPr/>
                <p14:nvPr/>
              </p14:nvContentPartPr>
              <p14:xfrm>
                <a:off x="4658535" y="4109025"/>
                <a:ext cx="721080" cy="28080"/>
              </p14:xfrm>
            </p:contentPart>
          </mc:Choice>
          <mc:Fallback xmlns="">
            <p:pic>
              <p:nvPicPr>
                <p:cNvPr id="54" name="Freihand 53">
                  <a:extLst>
                    <a:ext uri="{FF2B5EF4-FFF2-40B4-BE49-F238E27FC236}">
                      <a16:creationId xmlns:a16="http://schemas.microsoft.com/office/drawing/2014/main" id="{D5CF6212-4317-5920-F8B0-4C4ECF8ACA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49535" y="4100025"/>
                  <a:ext cx="73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210AECEF-655F-1E00-E6E7-6AF3888F0BE8}"/>
                    </a:ext>
                  </a:extLst>
                </p14:cNvPr>
                <p14:cNvContentPartPr/>
                <p14:nvPr/>
              </p14:nvContentPartPr>
              <p14:xfrm>
                <a:off x="6750495" y="4118385"/>
                <a:ext cx="640440" cy="3960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210AECEF-655F-1E00-E6E7-6AF3888F0B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41495" y="4109385"/>
                  <a:ext cx="658080" cy="57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E22A24C0-525F-1E4E-5A66-1653BFB98470}"/>
                </a:ext>
              </a:extLst>
            </p:cNvPr>
            <p:cNvGrpSpPr/>
            <p:nvPr/>
          </p:nvGrpSpPr>
          <p:grpSpPr>
            <a:xfrm>
              <a:off x="5685375" y="4109025"/>
              <a:ext cx="1710360" cy="795240"/>
              <a:chOff x="5688495" y="4128825"/>
              <a:chExt cx="1710360" cy="795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6" name="Freihand 65">
                    <a:extLst>
                      <a:ext uri="{FF2B5EF4-FFF2-40B4-BE49-F238E27FC236}">
                        <a16:creationId xmlns:a16="http://schemas.microsoft.com/office/drawing/2014/main" id="{6678716F-3F95-A0D6-3CC5-A642E9C8F652}"/>
                      </a:ext>
                    </a:extLst>
                  </p14:cNvPr>
                  <p14:cNvContentPartPr/>
                  <p14:nvPr/>
                </p14:nvContentPartPr>
                <p14:xfrm>
                  <a:off x="6409575" y="4128825"/>
                  <a:ext cx="26280" cy="353880"/>
                </p14:xfrm>
              </p:contentPart>
            </mc:Choice>
            <mc:Fallback xmlns="">
              <p:pic>
                <p:nvPicPr>
                  <p:cNvPr id="66" name="Freihand 65">
                    <a:extLst>
                      <a:ext uri="{FF2B5EF4-FFF2-40B4-BE49-F238E27FC236}">
                        <a16:creationId xmlns:a16="http://schemas.microsoft.com/office/drawing/2014/main" id="{6678716F-3F95-A0D6-3CC5-A642E9C8F652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400575" y="4119834"/>
                    <a:ext cx="43920" cy="3715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7" name="Freihand 66">
                    <a:extLst>
                      <a:ext uri="{FF2B5EF4-FFF2-40B4-BE49-F238E27FC236}">
                        <a16:creationId xmlns:a16="http://schemas.microsoft.com/office/drawing/2014/main" id="{D1113061-0C78-D712-611B-D578D2B97103}"/>
                      </a:ext>
                    </a:extLst>
                  </p14:cNvPr>
                  <p14:cNvContentPartPr/>
                  <p14:nvPr/>
                </p14:nvContentPartPr>
                <p14:xfrm>
                  <a:off x="6515055" y="4134585"/>
                  <a:ext cx="18360" cy="361080"/>
                </p14:xfrm>
              </p:contentPart>
            </mc:Choice>
            <mc:Fallback xmlns="">
              <p:pic>
                <p:nvPicPr>
                  <p:cNvPr id="67" name="Freihand 66">
                    <a:extLst>
                      <a:ext uri="{FF2B5EF4-FFF2-40B4-BE49-F238E27FC236}">
                        <a16:creationId xmlns:a16="http://schemas.microsoft.com/office/drawing/2014/main" id="{D1113061-0C78-D712-611B-D578D2B9710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506055" y="4125585"/>
                    <a:ext cx="36000" cy="37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69" name="Freihand 68">
                    <a:extLst>
                      <a:ext uri="{FF2B5EF4-FFF2-40B4-BE49-F238E27FC236}">
                        <a16:creationId xmlns:a16="http://schemas.microsoft.com/office/drawing/2014/main" id="{40BA3E55-3FCA-B0C1-F6FB-8A270F904D1F}"/>
                      </a:ext>
                    </a:extLst>
                  </p14:cNvPr>
                  <p14:cNvContentPartPr/>
                  <p14:nvPr/>
                </p14:nvContentPartPr>
                <p14:xfrm>
                  <a:off x="5688495" y="4278945"/>
                  <a:ext cx="1710360" cy="645120"/>
                </p14:xfrm>
              </p:contentPart>
            </mc:Choice>
            <mc:Fallback xmlns="">
              <p:pic>
                <p:nvPicPr>
                  <p:cNvPr id="69" name="Freihand 68">
                    <a:extLst>
                      <a:ext uri="{FF2B5EF4-FFF2-40B4-BE49-F238E27FC236}">
                        <a16:creationId xmlns:a16="http://schemas.microsoft.com/office/drawing/2014/main" id="{40BA3E55-3FCA-B0C1-F6FB-8A270F904D1F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5679495" y="4269940"/>
                    <a:ext cx="1728000" cy="66277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86ED7D-13CB-2661-C5EF-85D358E81218}"/>
              </a:ext>
            </a:extLst>
          </p:cNvPr>
          <p:cNvGrpSpPr/>
          <p:nvPr/>
        </p:nvGrpSpPr>
        <p:grpSpPr>
          <a:xfrm>
            <a:off x="9056020" y="3127612"/>
            <a:ext cx="597659" cy="443531"/>
            <a:chOff x="9973611" y="3315589"/>
            <a:chExt cx="597659" cy="443531"/>
          </a:xfrm>
        </p:grpSpPr>
        <p:sp>
          <p:nvSpPr>
            <p:cNvPr id="56" name="Pfeil: nach unten 55">
              <a:extLst>
                <a:ext uri="{FF2B5EF4-FFF2-40B4-BE49-F238E27FC236}">
                  <a16:creationId xmlns:a16="http://schemas.microsoft.com/office/drawing/2014/main" id="{E68CF3F7-03A1-FE38-50E4-68FFDB6815B8}"/>
                </a:ext>
              </a:extLst>
            </p:cNvPr>
            <p:cNvSpPr/>
            <p:nvPr/>
          </p:nvSpPr>
          <p:spPr>
            <a:xfrm flipV="1">
              <a:off x="9973611" y="3315589"/>
              <a:ext cx="597659" cy="443531"/>
            </a:xfrm>
            <a:prstGeom prst="down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172612BC-8FDD-B06A-FA32-4607B9154B62}"/>
                </a:ext>
              </a:extLst>
            </p:cNvPr>
            <p:cNvSpPr txBox="1"/>
            <p:nvPr/>
          </p:nvSpPr>
          <p:spPr>
            <a:xfrm>
              <a:off x="10038433" y="3469003"/>
              <a:ext cx="481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THG</a:t>
              </a:r>
            </a:p>
          </p:txBody>
        </p:sp>
      </p:grpSp>
      <p:sp>
        <p:nvSpPr>
          <p:cNvPr id="79" name="Textfeld 78">
            <a:extLst>
              <a:ext uri="{FF2B5EF4-FFF2-40B4-BE49-F238E27FC236}">
                <a16:creationId xmlns:a16="http://schemas.microsoft.com/office/drawing/2014/main" id="{F86FDBF4-CE40-B8B3-8972-9277A78E5902}"/>
              </a:ext>
            </a:extLst>
          </p:cNvPr>
          <p:cNvSpPr txBox="1"/>
          <p:nvPr/>
        </p:nvSpPr>
        <p:spPr>
          <a:xfrm>
            <a:off x="4299368" y="875019"/>
            <a:ext cx="287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>
                <a:solidFill>
                  <a:srgbClr val="0070C0"/>
                </a:solidFill>
              </a:rPr>
              <a:t>Aktuelle Emissionen</a:t>
            </a:r>
          </a:p>
        </p:txBody>
      </p:sp>
      <p:pic>
        <p:nvPicPr>
          <p:cNvPr id="81" name="Grafik 80" descr="Solarmodule mit einfarbiger Füllung">
            <a:extLst>
              <a:ext uri="{FF2B5EF4-FFF2-40B4-BE49-F238E27FC236}">
                <a16:creationId xmlns:a16="http://schemas.microsoft.com/office/drawing/2014/main" id="{3EC631D6-C123-9F36-E57B-5C546B9F62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62195" y="2804789"/>
            <a:ext cx="826253" cy="826253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DD15F462-600C-58A2-01B3-5C6211679A4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3" t="18824" r="8740" b="18158"/>
          <a:stretch/>
        </p:blipFill>
        <p:spPr>
          <a:xfrm>
            <a:off x="2109416" y="3699610"/>
            <a:ext cx="1079271" cy="827437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4C66E289-C0AF-342F-2FF8-E153B9F49273}"/>
              </a:ext>
            </a:extLst>
          </p:cNvPr>
          <p:cNvGrpSpPr/>
          <p:nvPr/>
        </p:nvGrpSpPr>
        <p:grpSpPr>
          <a:xfrm>
            <a:off x="10962723" y="3110782"/>
            <a:ext cx="597659" cy="443531"/>
            <a:chOff x="9973611" y="3315589"/>
            <a:chExt cx="597659" cy="443531"/>
          </a:xfrm>
        </p:grpSpPr>
        <p:sp>
          <p:nvSpPr>
            <p:cNvPr id="7" name="Pfeil: nach unten 6">
              <a:extLst>
                <a:ext uri="{FF2B5EF4-FFF2-40B4-BE49-F238E27FC236}">
                  <a16:creationId xmlns:a16="http://schemas.microsoft.com/office/drawing/2014/main" id="{D63FD745-6D51-633C-23A8-A6711C7DD813}"/>
                </a:ext>
              </a:extLst>
            </p:cNvPr>
            <p:cNvSpPr/>
            <p:nvPr/>
          </p:nvSpPr>
          <p:spPr>
            <a:xfrm>
              <a:off x="9973611" y="3315589"/>
              <a:ext cx="597659" cy="443531"/>
            </a:xfrm>
            <a:prstGeom prst="down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24B31466-711C-9602-A0BD-576A946BECAA}"/>
                </a:ext>
              </a:extLst>
            </p:cNvPr>
            <p:cNvSpPr txBox="1"/>
            <p:nvPr/>
          </p:nvSpPr>
          <p:spPr>
            <a:xfrm>
              <a:off x="10041413" y="3430297"/>
              <a:ext cx="481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CO</a:t>
              </a:r>
              <a:r>
                <a:rPr lang="de-DE" sz="1200" baseline="-25000" dirty="0"/>
                <a:t>2</a:t>
              </a:r>
            </a:p>
          </p:txBody>
        </p:sp>
      </p:grpSp>
      <p:sp>
        <p:nvSpPr>
          <p:cNvPr id="9" name="Rechteck 8">
            <a:extLst>
              <a:ext uri="{FF2B5EF4-FFF2-40B4-BE49-F238E27FC236}">
                <a16:creationId xmlns:a16="http://schemas.microsoft.com/office/drawing/2014/main" id="{436FD1A2-D5CF-2B1D-2915-CD199ADFDAA9}"/>
              </a:ext>
            </a:extLst>
          </p:cNvPr>
          <p:cNvSpPr/>
          <p:nvPr/>
        </p:nvSpPr>
        <p:spPr>
          <a:xfrm>
            <a:off x="4796376" y="2464377"/>
            <a:ext cx="7466223" cy="4322922"/>
          </a:xfrm>
          <a:prstGeom prst="rect">
            <a:avLst/>
          </a:prstGeom>
          <a:solidFill>
            <a:srgbClr val="FB11DF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37676F9-5CC5-0BA2-BBA7-6DD9D15B8816}"/>
              </a:ext>
            </a:extLst>
          </p:cNvPr>
          <p:cNvSpPr txBox="1"/>
          <p:nvPr/>
        </p:nvSpPr>
        <p:spPr>
          <a:xfrm rot="16200000">
            <a:off x="3525625" y="5071621"/>
            <a:ext cx="250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B11DF"/>
                </a:solidFill>
              </a:rPr>
              <a:t>Kohlenstoffmanagement</a:t>
            </a:r>
          </a:p>
        </p:txBody>
      </p:sp>
    </p:spTree>
    <p:extLst>
      <p:ext uri="{BB962C8B-B14F-4D97-AF65-F5344CB8AC3E}">
        <p14:creationId xmlns:p14="http://schemas.microsoft.com/office/powerpoint/2010/main" val="891602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feil: nach unten 14">
            <a:extLst>
              <a:ext uri="{FF2B5EF4-FFF2-40B4-BE49-F238E27FC236}">
                <a16:creationId xmlns:a16="http://schemas.microsoft.com/office/drawing/2014/main" id="{F1A57217-3FF6-0F97-FB73-6F1F27F13721}"/>
              </a:ext>
            </a:extLst>
          </p:cNvPr>
          <p:cNvSpPr/>
          <p:nvPr/>
        </p:nvSpPr>
        <p:spPr>
          <a:xfrm>
            <a:off x="427124" y="1361323"/>
            <a:ext cx="4470180" cy="1105050"/>
          </a:xfrm>
          <a:prstGeom prst="downArrow">
            <a:avLst>
              <a:gd name="adj1" fmla="val 76588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: nach unten 16">
            <a:extLst>
              <a:ext uri="{FF2B5EF4-FFF2-40B4-BE49-F238E27FC236}">
                <a16:creationId xmlns:a16="http://schemas.microsoft.com/office/drawing/2014/main" id="{9CAC1534-A83B-30EC-0D69-A65F67760C04}"/>
              </a:ext>
            </a:extLst>
          </p:cNvPr>
          <p:cNvSpPr/>
          <p:nvPr/>
        </p:nvSpPr>
        <p:spPr>
          <a:xfrm>
            <a:off x="6091043" y="1361508"/>
            <a:ext cx="1028608" cy="1104865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Pfeil: nach unten 33">
            <a:extLst>
              <a:ext uri="{FF2B5EF4-FFF2-40B4-BE49-F238E27FC236}">
                <a16:creationId xmlns:a16="http://schemas.microsoft.com/office/drawing/2014/main" id="{BD9770F1-45EA-B86D-2E04-8D9AEDCF089E}"/>
              </a:ext>
            </a:extLst>
          </p:cNvPr>
          <p:cNvSpPr/>
          <p:nvPr/>
        </p:nvSpPr>
        <p:spPr>
          <a:xfrm>
            <a:off x="9594696" y="1361508"/>
            <a:ext cx="1028608" cy="1102869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7B4A0FDE-9814-2004-A352-41010642C619}"/>
              </a:ext>
            </a:extLst>
          </p:cNvPr>
          <p:cNvSpPr/>
          <p:nvPr/>
        </p:nvSpPr>
        <p:spPr>
          <a:xfrm>
            <a:off x="946720" y="833722"/>
            <a:ext cx="9420339" cy="5298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AF674F7-7C39-08C6-C0EF-26A19728441A}"/>
              </a:ext>
            </a:extLst>
          </p:cNvPr>
          <p:cNvSpPr txBox="1"/>
          <p:nvPr/>
        </p:nvSpPr>
        <p:spPr>
          <a:xfrm>
            <a:off x="995339" y="1361323"/>
            <a:ext cx="3333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Entstehung von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 vermeiden</a:t>
            </a:r>
            <a:br>
              <a:rPr lang="de-DE">
                <a:solidFill>
                  <a:srgbClr val="0070C0"/>
                </a:solidFill>
              </a:rPr>
            </a:br>
            <a:endParaRPr lang="de-DE">
              <a:solidFill>
                <a:srgbClr val="0070C0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877E29B-12A7-373D-0296-A0C8F89FD8D0}"/>
              </a:ext>
            </a:extLst>
          </p:cNvPr>
          <p:cNvSpPr txBox="1"/>
          <p:nvPr/>
        </p:nvSpPr>
        <p:spPr>
          <a:xfrm>
            <a:off x="6449103" y="1340357"/>
            <a:ext cx="24669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Emission von entstandenem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 vermeiden</a:t>
            </a:r>
            <a:br>
              <a:rPr lang="de-DE">
                <a:solidFill>
                  <a:srgbClr val="0070C0"/>
                </a:solidFill>
              </a:rPr>
            </a:br>
            <a:endParaRPr lang="de-DE">
              <a:solidFill>
                <a:srgbClr val="0070C0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3C4402F-2A57-3431-FFF8-02D0F1338BD3}"/>
              </a:ext>
            </a:extLst>
          </p:cNvPr>
          <p:cNvSpPr txBox="1"/>
          <p:nvPr/>
        </p:nvSpPr>
        <p:spPr>
          <a:xfrm>
            <a:off x="9951819" y="1290947"/>
            <a:ext cx="2310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>
                <a:solidFill>
                  <a:srgbClr val="0070C0"/>
                </a:solidFill>
              </a:rPr>
              <a:t>Restemissionen ausgleichen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4336B8B3-682F-9146-5597-55B614CC84B1}"/>
              </a:ext>
            </a:extLst>
          </p:cNvPr>
          <p:cNvSpPr txBox="1"/>
          <p:nvPr/>
        </p:nvSpPr>
        <p:spPr>
          <a:xfrm>
            <a:off x="864659" y="50844"/>
            <a:ext cx="1007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1: Wie kommen wir zu Netto-Null-Emissionen? (für Homepage – ausführlichere Infoboxen erscheinen im Mouse-</a:t>
            </a:r>
            <a:r>
              <a:rPr lang="de-DE" sz="2400" err="1"/>
              <a:t>over</a:t>
            </a:r>
            <a:r>
              <a:rPr lang="de-DE" sz="2400"/>
              <a:t>)</a:t>
            </a:r>
          </a:p>
        </p:txBody>
      </p:sp>
      <p:pic>
        <p:nvPicPr>
          <p:cNvPr id="18" name="Grafik 17" descr="Windkraftanlagen mit einfarbiger Füllung">
            <a:extLst>
              <a:ext uri="{FF2B5EF4-FFF2-40B4-BE49-F238E27FC236}">
                <a16:creationId xmlns:a16="http://schemas.microsoft.com/office/drawing/2014/main" id="{C451FC66-FFC5-CC1E-30C8-BD569F0DC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874" y="2583221"/>
            <a:ext cx="1482893" cy="1482893"/>
          </a:xfrm>
          <a:prstGeom prst="rect">
            <a:avLst/>
          </a:prstGeom>
        </p:spPr>
      </p:pic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744292DC-0693-90F6-6BC4-7A030BC20BBD}"/>
              </a:ext>
            </a:extLst>
          </p:cNvPr>
          <p:cNvGrpSpPr/>
          <p:nvPr/>
        </p:nvGrpSpPr>
        <p:grpSpPr>
          <a:xfrm>
            <a:off x="4993381" y="2733195"/>
            <a:ext cx="2836641" cy="1794585"/>
            <a:chOff x="4658535" y="3113353"/>
            <a:chExt cx="2836641" cy="1794585"/>
          </a:xfrm>
        </p:grpSpPr>
        <p:pic>
          <p:nvPicPr>
            <p:cNvPr id="39" name="Grafik 38">
              <a:extLst>
                <a:ext uri="{FF2B5EF4-FFF2-40B4-BE49-F238E27FC236}">
                  <a16:creationId xmlns:a16="http://schemas.microsoft.com/office/drawing/2014/main" id="{A4AC7FEA-0F0E-610C-8DBE-33A73768E6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06" b="19675"/>
            <a:stretch/>
          </p:blipFill>
          <p:spPr>
            <a:xfrm>
              <a:off x="5041308" y="3113353"/>
              <a:ext cx="2048750" cy="1219396"/>
            </a:xfrm>
            <a:prstGeom prst="rect">
              <a:avLst/>
            </a:prstGeom>
          </p:spPr>
        </p:pic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30DDDDB1-9F41-D341-B9CE-42CF390E9C96}"/>
                </a:ext>
              </a:extLst>
            </p:cNvPr>
            <p:cNvSpPr txBox="1"/>
            <p:nvPr/>
          </p:nvSpPr>
          <p:spPr>
            <a:xfrm>
              <a:off x="5565413" y="4446273"/>
              <a:ext cx="19297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/>
                <a:t>CO</a:t>
              </a:r>
              <a:r>
                <a:rPr lang="de-DE" sz="1200" baseline="-25000"/>
                <a:t>2</a:t>
              </a:r>
              <a:r>
                <a:rPr lang="de-DE" sz="1200"/>
                <a:t> (geologisch</a:t>
              </a:r>
              <a:br>
                <a:rPr lang="de-DE" sz="1200"/>
              </a:br>
              <a:r>
                <a:rPr lang="de-DE" sz="1200"/>
                <a:t>eingespeichert)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7" name="Freihand 46">
                  <a:extLst>
                    <a:ext uri="{FF2B5EF4-FFF2-40B4-BE49-F238E27FC236}">
                      <a16:creationId xmlns:a16="http://schemas.microsoft.com/office/drawing/2014/main" id="{07E4159A-AEE5-617C-FE9D-F7569FEC13C2}"/>
                    </a:ext>
                  </a:extLst>
                </p14:cNvPr>
                <p14:cNvContentPartPr/>
                <p14:nvPr/>
              </p14:nvContentPartPr>
              <p14:xfrm>
                <a:off x="6395535" y="4126665"/>
                <a:ext cx="7560" cy="6120"/>
              </p14:xfrm>
            </p:contentPart>
          </mc:Choice>
          <mc:Fallback xmlns="">
            <p:pic>
              <p:nvPicPr>
                <p:cNvPr id="47" name="Freihand 46">
                  <a:extLst>
                    <a:ext uri="{FF2B5EF4-FFF2-40B4-BE49-F238E27FC236}">
                      <a16:creationId xmlns:a16="http://schemas.microsoft.com/office/drawing/2014/main" id="{07E4159A-AEE5-617C-FE9D-F7569FEC13C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6535" y="4117665"/>
                  <a:ext cx="252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4" name="Freihand 53">
                  <a:extLst>
                    <a:ext uri="{FF2B5EF4-FFF2-40B4-BE49-F238E27FC236}">
                      <a16:creationId xmlns:a16="http://schemas.microsoft.com/office/drawing/2014/main" id="{D5CF6212-4317-5920-F8B0-4C4ECF8ACAC4}"/>
                    </a:ext>
                  </a:extLst>
                </p14:cNvPr>
                <p14:cNvContentPartPr/>
                <p14:nvPr/>
              </p14:nvContentPartPr>
              <p14:xfrm>
                <a:off x="4658535" y="4109025"/>
                <a:ext cx="721080" cy="28080"/>
              </p14:xfrm>
            </p:contentPart>
          </mc:Choice>
          <mc:Fallback xmlns="">
            <p:pic>
              <p:nvPicPr>
                <p:cNvPr id="54" name="Freihand 53">
                  <a:extLst>
                    <a:ext uri="{FF2B5EF4-FFF2-40B4-BE49-F238E27FC236}">
                      <a16:creationId xmlns:a16="http://schemas.microsoft.com/office/drawing/2014/main" id="{D5CF6212-4317-5920-F8B0-4C4ECF8ACA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49535" y="4100025"/>
                  <a:ext cx="738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210AECEF-655F-1E00-E6E7-6AF3888F0BE8}"/>
                    </a:ext>
                  </a:extLst>
                </p14:cNvPr>
                <p14:cNvContentPartPr/>
                <p14:nvPr/>
              </p14:nvContentPartPr>
              <p14:xfrm>
                <a:off x="6750495" y="4118385"/>
                <a:ext cx="640440" cy="3960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210AECEF-655F-1E00-E6E7-6AF3888F0B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741495" y="4109385"/>
                  <a:ext cx="658080" cy="5724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E22A24C0-525F-1E4E-5A66-1653BFB98470}"/>
                </a:ext>
              </a:extLst>
            </p:cNvPr>
            <p:cNvGrpSpPr/>
            <p:nvPr/>
          </p:nvGrpSpPr>
          <p:grpSpPr>
            <a:xfrm>
              <a:off x="5685375" y="4109025"/>
              <a:ext cx="1710360" cy="795240"/>
              <a:chOff x="5688495" y="4128825"/>
              <a:chExt cx="1710360" cy="7952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66" name="Freihand 65">
                    <a:extLst>
                      <a:ext uri="{FF2B5EF4-FFF2-40B4-BE49-F238E27FC236}">
                        <a16:creationId xmlns:a16="http://schemas.microsoft.com/office/drawing/2014/main" id="{6678716F-3F95-A0D6-3CC5-A642E9C8F652}"/>
                      </a:ext>
                    </a:extLst>
                  </p14:cNvPr>
                  <p14:cNvContentPartPr/>
                  <p14:nvPr/>
                </p14:nvContentPartPr>
                <p14:xfrm>
                  <a:off x="6409575" y="4128825"/>
                  <a:ext cx="26280" cy="353880"/>
                </p14:xfrm>
              </p:contentPart>
            </mc:Choice>
            <mc:Fallback xmlns="">
              <p:pic>
                <p:nvPicPr>
                  <p:cNvPr id="66" name="Freihand 65">
                    <a:extLst>
                      <a:ext uri="{FF2B5EF4-FFF2-40B4-BE49-F238E27FC236}">
                        <a16:creationId xmlns:a16="http://schemas.microsoft.com/office/drawing/2014/main" id="{6678716F-3F95-A0D6-3CC5-A642E9C8F652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400575" y="4119834"/>
                    <a:ext cx="43920" cy="37150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67" name="Freihand 66">
                    <a:extLst>
                      <a:ext uri="{FF2B5EF4-FFF2-40B4-BE49-F238E27FC236}">
                        <a16:creationId xmlns:a16="http://schemas.microsoft.com/office/drawing/2014/main" id="{D1113061-0C78-D712-611B-D578D2B97103}"/>
                      </a:ext>
                    </a:extLst>
                  </p14:cNvPr>
                  <p14:cNvContentPartPr/>
                  <p14:nvPr/>
                </p14:nvContentPartPr>
                <p14:xfrm>
                  <a:off x="6515055" y="4134585"/>
                  <a:ext cx="18360" cy="361080"/>
                </p14:xfrm>
              </p:contentPart>
            </mc:Choice>
            <mc:Fallback xmlns="">
              <p:pic>
                <p:nvPicPr>
                  <p:cNvPr id="67" name="Freihand 66">
                    <a:extLst>
                      <a:ext uri="{FF2B5EF4-FFF2-40B4-BE49-F238E27FC236}">
                        <a16:creationId xmlns:a16="http://schemas.microsoft.com/office/drawing/2014/main" id="{D1113061-0C78-D712-611B-D578D2B9710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506055" y="4125585"/>
                    <a:ext cx="36000" cy="378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69" name="Freihand 68">
                    <a:extLst>
                      <a:ext uri="{FF2B5EF4-FFF2-40B4-BE49-F238E27FC236}">
                        <a16:creationId xmlns:a16="http://schemas.microsoft.com/office/drawing/2014/main" id="{40BA3E55-3FCA-B0C1-F6FB-8A270F904D1F}"/>
                      </a:ext>
                    </a:extLst>
                  </p14:cNvPr>
                  <p14:cNvContentPartPr/>
                  <p14:nvPr/>
                </p14:nvContentPartPr>
                <p14:xfrm>
                  <a:off x="5688495" y="4278945"/>
                  <a:ext cx="1710360" cy="645120"/>
                </p14:xfrm>
              </p:contentPart>
            </mc:Choice>
            <mc:Fallback xmlns="">
              <p:pic>
                <p:nvPicPr>
                  <p:cNvPr id="69" name="Freihand 68">
                    <a:extLst>
                      <a:ext uri="{FF2B5EF4-FFF2-40B4-BE49-F238E27FC236}">
                        <a16:creationId xmlns:a16="http://schemas.microsoft.com/office/drawing/2014/main" id="{40BA3E55-3FCA-B0C1-F6FB-8A270F904D1F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5679495" y="4269940"/>
                    <a:ext cx="1728000" cy="66277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79" name="Textfeld 78">
            <a:extLst>
              <a:ext uri="{FF2B5EF4-FFF2-40B4-BE49-F238E27FC236}">
                <a16:creationId xmlns:a16="http://schemas.microsoft.com/office/drawing/2014/main" id="{F86FDBF4-CE40-B8B3-8972-9277A78E5902}"/>
              </a:ext>
            </a:extLst>
          </p:cNvPr>
          <p:cNvSpPr txBox="1"/>
          <p:nvPr/>
        </p:nvSpPr>
        <p:spPr>
          <a:xfrm>
            <a:off x="4299368" y="875019"/>
            <a:ext cx="287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>
                <a:solidFill>
                  <a:srgbClr val="0070C0"/>
                </a:solidFill>
              </a:rPr>
              <a:t>Aktuelle Emissionen</a:t>
            </a:r>
          </a:p>
        </p:txBody>
      </p:sp>
      <p:pic>
        <p:nvPicPr>
          <p:cNvPr id="81" name="Grafik 80" descr="Solarmodule mit einfarbiger Füllung">
            <a:extLst>
              <a:ext uri="{FF2B5EF4-FFF2-40B4-BE49-F238E27FC236}">
                <a16:creationId xmlns:a16="http://schemas.microsoft.com/office/drawing/2014/main" id="{3EC631D6-C123-9F36-E57B-5C546B9F622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462195" y="2804789"/>
            <a:ext cx="826253" cy="826253"/>
          </a:xfrm>
          <a:prstGeom prst="rect">
            <a:avLst/>
          </a:prstGeom>
        </p:spPr>
      </p:pic>
      <p:pic>
        <p:nvPicPr>
          <p:cNvPr id="85" name="Grafik 84">
            <a:extLst>
              <a:ext uri="{FF2B5EF4-FFF2-40B4-BE49-F238E27FC236}">
                <a16:creationId xmlns:a16="http://schemas.microsoft.com/office/drawing/2014/main" id="{DD15F462-600C-58A2-01B3-5C6211679A4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3" t="18824" r="8740" b="18158"/>
          <a:stretch/>
        </p:blipFill>
        <p:spPr>
          <a:xfrm>
            <a:off x="2109416" y="3699610"/>
            <a:ext cx="1079271" cy="82743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9CE8135-B167-3429-5D65-27EF4C8CFA4D}"/>
              </a:ext>
            </a:extLst>
          </p:cNvPr>
          <p:cNvSpPr txBox="1"/>
          <p:nvPr/>
        </p:nvSpPr>
        <p:spPr>
          <a:xfrm>
            <a:off x="689874" y="5375563"/>
            <a:ext cx="3029378" cy="76944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Der Großteil der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-Entstehung, etwa aus der Verbrennung fossiler Rohstoffe zur Energiegewinnung, kann durch den Umstieg auf Erneuerbare Energien vermieden werden.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87BFB0F-70F1-C5FD-A02D-5C25C44D9319}"/>
              </a:ext>
            </a:extLst>
          </p:cNvPr>
          <p:cNvSpPr txBox="1"/>
          <p:nvPr/>
        </p:nvSpPr>
        <p:spPr>
          <a:xfrm>
            <a:off x="4993381" y="5367927"/>
            <a:ext cx="3029378" cy="1277273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0070C0"/>
                </a:solidFill>
              </a:rPr>
              <a:t>In einigen industriellen Prozessen, etwa der Zementherstellung, lässt sich die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-Entstehung nicht vermeiden. Dieses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 kann an der Anlage abgeschieden und geologisch eingespeichert werden (CCS). Die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-Emissionen der Anlage werden dadurch größtenteils (zu ca. 95%) vermieden.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625BB8-AFD4-981C-7E46-CF72CE93907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1876" y="4799723"/>
            <a:ext cx="812961" cy="812961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2E55818-A259-012B-2A2B-0F538A13385B}"/>
              </a:ext>
            </a:extLst>
          </p:cNvPr>
          <p:cNvCxnSpPr>
            <a:cxnSpLocks/>
          </p:cNvCxnSpPr>
          <p:nvPr/>
        </p:nvCxnSpPr>
        <p:spPr>
          <a:xfrm flipH="1">
            <a:off x="10295410" y="4392058"/>
            <a:ext cx="219244" cy="3763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495E144-7C08-DD0A-A607-CA1C45EC9F18}"/>
              </a:ext>
            </a:extLst>
          </p:cNvPr>
          <p:cNvCxnSpPr>
            <a:cxnSpLocks/>
          </p:cNvCxnSpPr>
          <p:nvPr/>
        </p:nvCxnSpPr>
        <p:spPr>
          <a:xfrm>
            <a:off x="11148815" y="4397686"/>
            <a:ext cx="225477" cy="3396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fik 10">
            <a:extLst>
              <a:ext uri="{FF2B5EF4-FFF2-40B4-BE49-F238E27FC236}">
                <a16:creationId xmlns:a16="http://schemas.microsoft.com/office/drawing/2014/main" id="{1AB780F0-CC19-798C-80AD-EE083FD34B92}"/>
              </a:ext>
            </a:extLst>
          </p:cNvPr>
          <p:cNvPicPr>
            <a:picLocks noChangeAspect="1"/>
          </p:cNvPicPr>
          <p:nvPr/>
        </p:nvPicPr>
        <p:blipFill rotWithShape="1">
          <a:blip r:embed="rId29"/>
          <a:srcRect b="25363"/>
          <a:stretch/>
        </p:blipFill>
        <p:spPr>
          <a:xfrm>
            <a:off x="10395354" y="3716785"/>
            <a:ext cx="812962" cy="58892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D68B6C13-23BF-489F-5041-CB0E36494896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327126" y="3718211"/>
            <a:ext cx="836646" cy="794284"/>
          </a:xfrm>
          <a:prstGeom prst="rect">
            <a:avLst/>
          </a:prstGeom>
        </p:spPr>
      </p:pic>
      <p:pic>
        <p:nvPicPr>
          <p:cNvPr id="13" name="Grafik 12" descr="Kuh mit einfarbiger Füllung">
            <a:extLst>
              <a:ext uri="{FF2B5EF4-FFF2-40B4-BE49-F238E27FC236}">
                <a16:creationId xmlns:a16="http://schemas.microsoft.com/office/drawing/2014/main" id="{82126BC9-31AC-253F-81FA-6A0E0576301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565148" y="3707671"/>
            <a:ext cx="676104" cy="676104"/>
          </a:xfrm>
          <a:prstGeom prst="rect">
            <a:avLst/>
          </a:prstGeo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BE9CD08-7DF7-3818-5149-B6F4147DDDE6}"/>
              </a:ext>
            </a:extLst>
          </p:cNvPr>
          <p:cNvGrpSpPr/>
          <p:nvPr/>
        </p:nvGrpSpPr>
        <p:grpSpPr>
          <a:xfrm>
            <a:off x="9784161" y="4829983"/>
            <a:ext cx="812962" cy="833008"/>
            <a:chOff x="2975768" y="2648845"/>
            <a:chExt cx="812962" cy="833008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03C806F3-38FC-3490-8AFC-DC73C7747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662EF555-533B-68A5-08BC-37520312D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C17541A-522E-EF92-DC4A-C2757C8A1B17}"/>
              </a:ext>
            </a:extLst>
          </p:cNvPr>
          <p:cNvGrpSpPr/>
          <p:nvPr/>
        </p:nvGrpSpPr>
        <p:grpSpPr>
          <a:xfrm>
            <a:off x="9312961" y="3780407"/>
            <a:ext cx="791175" cy="475431"/>
            <a:chOff x="10027413" y="2008818"/>
            <a:chExt cx="708769" cy="505627"/>
          </a:xfrm>
        </p:grpSpPr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16BD5480-43FD-E6C8-7548-41DC441E3F6E}"/>
                </a:ext>
              </a:extLst>
            </p:cNvPr>
            <p:cNvSpPr/>
            <p:nvPr/>
          </p:nvSpPr>
          <p:spPr>
            <a:xfrm>
              <a:off x="10027413" y="2262983"/>
              <a:ext cx="330200" cy="81688"/>
            </a:xfrm>
            <a:custGeom>
              <a:avLst/>
              <a:gdLst>
                <a:gd name="connsiteX0" fmla="*/ 307487 w 330200"/>
                <a:gd name="connsiteY0" fmla="*/ 81689 h 81688"/>
                <a:gd name="connsiteX1" fmla="*/ 330200 w 330200"/>
                <a:gd name="connsiteY1" fmla="*/ 71799 h 81688"/>
                <a:gd name="connsiteX2" fmla="*/ 322049 w 330200"/>
                <a:gd name="connsiteY2" fmla="*/ 69071 h 81688"/>
                <a:gd name="connsiteX3" fmla="*/ 17307 w 330200"/>
                <a:gd name="connsiteY3" fmla="*/ 1747 h 81688"/>
                <a:gd name="connsiteX4" fmla="*/ 0 w 330200"/>
                <a:gd name="connsiteY4" fmla="*/ 0 h 81688"/>
                <a:gd name="connsiteX5" fmla="*/ 0 w 330200"/>
                <a:gd name="connsiteY5" fmla="*/ 16582 h 81688"/>
                <a:gd name="connsiteX6" fmla="*/ 15576 w 330200"/>
                <a:gd name="connsiteY6" fmla="*/ 18156 h 81688"/>
                <a:gd name="connsiteX7" fmla="*/ 307487 w 330200"/>
                <a:gd name="connsiteY7" fmla="*/ 81689 h 8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200" h="81688">
                  <a:moveTo>
                    <a:pt x="307487" y="81689"/>
                  </a:moveTo>
                  <a:cubicBezTo>
                    <a:pt x="315020" y="78310"/>
                    <a:pt x="322610" y="75038"/>
                    <a:pt x="330200" y="71799"/>
                  </a:cubicBezTo>
                  <a:lnTo>
                    <a:pt x="322049" y="69071"/>
                  </a:lnTo>
                  <a:cubicBezTo>
                    <a:pt x="223179" y="35759"/>
                    <a:pt x="121009" y="13187"/>
                    <a:pt x="17307" y="1747"/>
                  </a:cubicBezTo>
                  <a:lnTo>
                    <a:pt x="0" y="0"/>
                  </a:lnTo>
                  <a:lnTo>
                    <a:pt x="0" y="16582"/>
                  </a:lnTo>
                  <a:lnTo>
                    <a:pt x="15576" y="18156"/>
                  </a:lnTo>
                  <a:cubicBezTo>
                    <a:pt x="114823" y="29135"/>
                    <a:pt x="212655" y="50428"/>
                    <a:pt x="307487" y="8168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93F24D69-B644-366A-4B73-E59F2375AA4F}"/>
                </a:ext>
              </a:extLst>
            </p:cNvPr>
            <p:cNvSpPr/>
            <p:nvPr/>
          </p:nvSpPr>
          <p:spPr>
            <a:xfrm>
              <a:off x="10027413" y="2008818"/>
              <a:ext cx="444978" cy="290303"/>
            </a:xfrm>
            <a:custGeom>
              <a:avLst/>
              <a:gdLst>
                <a:gd name="connsiteX0" fmla="*/ 154897 w 444978"/>
                <a:gd name="connsiteY0" fmla="*/ 209233 h 290303"/>
                <a:gd name="connsiteX1" fmla="*/ 171380 w 444978"/>
                <a:gd name="connsiteY1" fmla="*/ 212669 h 290303"/>
                <a:gd name="connsiteX2" fmla="*/ 421655 w 444978"/>
                <a:gd name="connsiteY2" fmla="*/ 290304 h 290303"/>
                <a:gd name="connsiteX3" fmla="*/ 444978 w 444978"/>
                <a:gd name="connsiteY3" fmla="*/ 282326 h 290303"/>
                <a:gd name="connsiteX4" fmla="*/ 174759 w 444978"/>
                <a:gd name="connsiteY4" fmla="*/ 196574 h 290303"/>
                <a:gd name="connsiteX5" fmla="*/ 158194 w 444978"/>
                <a:gd name="connsiteY5" fmla="*/ 193088 h 290303"/>
                <a:gd name="connsiteX6" fmla="*/ 156546 w 444978"/>
                <a:gd name="connsiteY6" fmla="*/ 192783 h 290303"/>
                <a:gd name="connsiteX7" fmla="*/ 156546 w 444978"/>
                <a:gd name="connsiteY7" fmla="*/ 137516 h 290303"/>
                <a:gd name="connsiteX8" fmla="*/ 198733 w 444978"/>
                <a:gd name="connsiteY8" fmla="*/ 122212 h 290303"/>
                <a:gd name="connsiteX9" fmla="*/ 213955 w 444978"/>
                <a:gd name="connsiteY9" fmla="*/ 71437 h 290303"/>
                <a:gd name="connsiteX10" fmla="*/ 213271 w 444978"/>
                <a:gd name="connsiteY10" fmla="*/ 65066 h 290303"/>
                <a:gd name="connsiteX11" fmla="*/ 206933 w 444978"/>
                <a:gd name="connsiteY11" fmla="*/ 64151 h 290303"/>
                <a:gd name="connsiteX12" fmla="*/ 177545 w 444978"/>
                <a:gd name="connsiteY12" fmla="*/ 65931 h 290303"/>
                <a:gd name="connsiteX13" fmla="*/ 179778 w 444978"/>
                <a:gd name="connsiteY13" fmla="*/ 53825 h 290303"/>
                <a:gd name="connsiteX14" fmla="*/ 154230 w 444978"/>
                <a:gd name="connsiteY14" fmla="*/ 5044 h 290303"/>
                <a:gd name="connsiteX15" fmla="*/ 148683 w 444978"/>
                <a:gd name="connsiteY15" fmla="*/ 0 h 290303"/>
                <a:gd name="connsiteX16" fmla="*/ 143137 w 444978"/>
                <a:gd name="connsiteY16" fmla="*/ 5044 h 290303"/>
                <a:gd name="connsiteX17" fmla="*/ 117588 w 444978"/>
                <a:gd name="connsiteY17" fmla="*/ 54418 h 290303"/>
                <a:gd name="connsiteX18" fmla="*/ 119542 w 444978"/>
                <a:gd name="connsiteY18" fmla="*/ 65832 h 290303"/>
                <a:gd name="connsiteX19" fmla="*/ 89790 w 444978"/>
                <a:gd name="connsiteY19" fmla="*/ 64052 h 290303"/>
                <a:gd name="connsiteX20" fmla="*/ 83461 w 444978"/>
                <a:gd name="connsiteY20" fmla="*/ 64975 h 290303"/>
                <a:gd name="connsiteX21" fmla="*/ 82785 w 444978"/>
                <a:gd name="connsiteY21" fmla="*/ 71329 h 290303"/>
                <a:gd name="connsiteX22" fmla="*/ 97990 w 444978"/>
                <a:gd name="connsiteY22" fmla="*/ 122105 h 290303"/>
                <a:gd name="connsiteX23" fmla="*/ 140063 w 444978"/>
                <a:gd name="connsiteY23" fmla="*/ 137351 h 290303"/>
                <a:gd name="connsiteX24" fmla="*/ 140063 w 444978"/>
                <a:gd name="connsiteY24" fmla="*/ 189709 h 290303"/>
                <a:gd name="connsiteX25" fmla="*/ 17159 w 444978"/>
                <a:gd name="connsiteY25" fmla="*/ 172130 h 290303"/>
                <a:gd name="connsiteX26" fmla="*/ 0 w 444978"/>
                <a:gd name="connsiteY26" fmla="*/ 170614 h 290303"/>
                <a:gd name="connsiteX27" fmla="*/ 0 w 444978"/>
                <a:gd name="connsiteY27" fmla="*/ 187162 h 290303"/>
                <a:gd name="connsiteX28" fmla="*/ 15659 w 444978"/>
                <a:gd name="connsiteY28" fmla="*/ 188539 h 290303"/>
                <a:gd name="connsiteX29" fmla="*/ 154897 w 444978"/>
                <a:gd name="connsiteY29" fmla="*/ 209233 h 290303"/>
                <a:gd name="connsiteX30" fmla="*/ 197753 w 444978"/>
                <a:gd name="connsiteY30" fmla="*/ 80049 h 290303"/>
                <a:gd name="connsiteX31" fmla="*/ 187335 w 444978"/>
                <a:gd name="connsiteY31" fmla="*/ 110336 h 290303"/>
                <a:gd name="connsiteX32" fmla="*/ 159842 w 444978"/>
                <a:gd name="connsiteY32" fmla="*/ 120753 h 290303"/>
                <a:gd name="connsiteX33" fmla="*/ 160221 w 444978"/>
                <a:gd name="connsiteY33" fmla="*/ 99597 h 290303"/>
                <a:gd name="connsiteX34" fmla="*/ 167086 w 444978"/>
                <a:gd name="connsiteY34" fmla="*/ 89345 h 290303"/>
                <a:gd name="connsiteX35" fmla="*/ 196854 w 444978"/>
                <a:gd name="connsiteY35" fmla="*/ 80073 h 290303"/>
                <a:gd name="connsiteX36" fmla="*/ 148716 w 444978"/>
                <a:gd name="connsiteY36" fmla="*/ 23059 h 290303"/>
                <a:gd name="connsiteX37" fmla="*/ 163361 w 444978"/>
                <a:gd name="connsiteY37" fmla="*/ 53174 h 290303"/>
                <a:gd name="connsiteX38" fmla="*/ 150999 w 444978"/>
                <a:gd name="connsiteY38" fmla="*/ 79876 h 290303"/>
                <a:gd name="connsiteX39" fmla="*/ 145675 w 444978"/>
                <a:gd name="connsiteY39" fmla="*/ 79167 h 290303"/>
                <a:gd name="connsiteX40" fmla="*/ 134055 w 444978"/>
                <a:gd name="connsiteY40" fmla="*/ 53792 h 290303"/>
                <a:gd name="connsiteX41" fmla="*/ 148716 w 444978"/>
                <a:gd name="connsiteY41" fmla="*/ 23059 h 290303"/>
                <a:gd name="connsiteX42" fmla="*/ 137541 w 444978"/>
                <a:gd name="connsiteY42" fmla="*/ 120629 h 290303"/>
                <a:gd name="connsiteX43" fmla="*/ 109454 w 444978"/>
                <a:gd name="connsiteY43" fmla="*/ 110221 h 290303"/>
                <a:gd name="connsiteX44" fmla="*/ 99045 w 444978"/>
                <a:gd name="connsiteY44" fmla="*/ 79942 h 290303"/>
                <a:gd name="connsiteX45" fmla="*/ 129596 w 444978"/>
                <a:gd name="connsiteY45" fmla="*/ 89007 h 290303"/>
                <a:gd name="connsiteX46" fmla="*/ 136816 w 444978"/>
                <a:gd name="connsiteY46" fmla="*/ 99985 h 290303"/>
                <a:gd name="connsiteX47" fmla="*/ 137541 w 444978"/>
                <a:gd name="connsiteY47" fmla="*/ 120629 h 29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4978" h="290303">
                  <a:moveTo>
                    <a:pt x="154897" y="209233"/>
                  </a:moveTo>
                  <a:lnTo>
                    <a:pt x="171380" y="212669"/>
                  </a:lnTo>
                  <a:cubicBezTo>
                    <a:pt x="257005" y="230835"/>
                    <a:pt x="340781" y="256822"/>
                    <a:pt x="421655" y="290304"/>
                  </a:cubicBezTo>
                  <a:cubicBezTo>
                    <a:pt x="429408" y="287584"/>
                    <a:pt x="437182" y="284924"/>
                    <a:pt x="444978" y="282326"/>
                  </a:cubicBezTo>
                  <a:cubicBezTo>
                    <a:pt x="357929" y="244965"/>
                    <a:pt x="267422" y="216244"/>
                    <a:pt x="174759" y="196574"/>
                  </a:cubicBezTo>
                  <a:lnTo>
                    <a:pt x="158194" y="193088"/>
                  </a:lnTo>
                  <a:lnTo>
                    <a:pt x="156546" y="192783"/>
                  </a:lnTo>
                  <a:lnTo>
                    <a:pt x="156546" y="137516"/>
                  </a:lnTo>
                  <a:cubicBezTo>
                    <a:pt x="171940" y="137364"/>
                    <a:pt x="186822" y="131966"/>
                    <a:pt x="198733" y="122212"/>
                  </a:cubicBezTo>
                  <a:cubicBezTo>
                    <a:pt x="217227" y="104443"/>
                    <a:pt x="214095" y="72763"/>
                    <a:pt x="213955" y="71437"/>
                  </a:cubicBezTo>
                  <a:lnTo>
                    <a:pt x="213271" y="65066"/>
                  </a:lnTo>
                  <a:lnTo>
                    <a:pt x="206933" y="64151"/>
                  </a:lnTo>
                  <a:cubicBezTo>
                    <a:pt x="197109" y="63003"/>
                    <a:pt x="187159" y="63606"/>
                    <a:pt x="177545" y="65931"/>
                  </a:cubicBezTo>
                  <a:cubicBezTo>
                    <a:pt x="178706" y="61984"/>
                    <a:pt x="179454" y="57926"/>
                    <a:pt x="179778" y="53825"/>
                  </a:cubicBezTo>
                  <a:cubicBezTo>
                    <a:pt x="179778" y="28581"/>
                    <a:pt x="155260" y="6024"/>
                    <a:pt x="154230" y="5044"/>
                  </a:cubicBezTo>
                  <a:lnTo>
                    <a:pt x="148683" y="0"/>
                  </a:lnTo>
                  <a:lnTo>
                    <a:pt x="143137" y="5044"/>
                  </a:lnTo>
                  <a:cubicBezTo>
                    <a:pt x="142090" y="5991"/>
                    <a:pt x="117588" y="28581"/>
                    <a:pt x="117588" y="54418"/>
                  </a:cubicBezTo>
                  <a:cubicBezTo>
                    <a:pt x="117878" y="58276"/>
                    <a:pt x="118532" y="62097"/>
                    <a:pt x="119542" y="65832"/>
                  </a:cubicBezTo>
                  <a:cubicBezTo>
                    <a:pt x="109812" y="63460"/>
                    <a:pt x="99734" y="62856"/>
                    <a:pt x="89790" y="64052"/>
                  </a:cubicBezTo>
                  <a:lnTo>
                    <a:pt x="83461" y="64975"/>
                  </a:lnTo>
                  <a:lnTo>
                    <a:pt x="82785" y="71329"/>
                  </a:lnTo>
                  <a:cubicBezTo>
                    <a:pt x="82645" y="72673"/>
                    <a:pt x="79488" y="104336"/>
                    <a:pt x="97990" y="122105"/>
                  </a:cubicBezTo>
                  <a:cubicBezTo>
                    <a:pt x="109870" y="131828"/>
                    <a:pt x="124712" y="137206"/>
                    <a:pt x="140063" y="137351"/>
                  </a:cubicBezTo>
                  <a:lnTo>
                    <a:pt x="140063" y="189709"/>
                  </a:lnTo>
                  <a:cubicBezTo>
                    <a:pt x="99548" y="182160"/>
                    <a:pt x="58341" y="176185"/>
                    <a:pt x="17159" y="172130"/>
                  </a:cubicBezTo>
                  <a:lnTo>
                    <a:pt x="0" y="170614"/>
                  </a:lnTo>
                  <a:lnTo>
                    <a:pt x="0" y="187162"/>
                  </a:lnTo>
                  <a:lnTo>
                    <a:pt x="15659" y="188539"/>
                  </a:lnTo>
                  <a:cubicBezTo>
                    <a:pt x="62363" y="193146"/>
                    <a:pt x="109232" y="200110"/>
                    <a:pt x="154897" y="209233"/>
                  </a:cubicBezTo>
                  <a:close/>
                  <a:moveTo>
                    <a:pt x="197753" y="80049"/>
                  </a:moveTo>
                  <a:cubicBezTo>
                    <a:pt x="198138" y="91084"/>
                    <a:pt x="194427" y="101872"/>
                    <a:pt x="187335" y="110336"/>
                  </a:cubicBezTo>
                  <a:cubicBezTo>
                    <a:pt x="179472" y="116574"/>
                    <a:pt x="169864" y="120214"/>
                    <a:pt x="159842" y="120753"/>
                  </a:cubicBezTo>
                  <a:cubicBezTo>
                    <a:pt x="158967" y="113719"/>
                    <a:pt x="159095" y="106596"/>
                    <a:pt x="160221" y="99597"/>
                  </a:cubicBezTo>
                  <a:cubicBezTo>
                    <a:pt x="161722" y="95713"/>
                    <a:pt x="164067" y="92211"/>
                    <a:pt x="167086" y="89345"/>
                  </a:cubicBezTo>
                  <a:cubicBezTo>
                    <a:pt x="175550" y="82735"/>
                    <a:pt x="186134" y="79439"/>
                    <a:pt x="196854" y="80073"/>
                  </a:cubicBezTo>
                  <a:close/>
                  <a:moveTo>
                    <a:pt x="148716" y="23059"/>
                  </a:moveTo>
                  <a:cubicBezTo>
                    <a:pt x="156696" y="31271"/>
                    <a:pt x="161829" y="41827"/>
                    <a:pt x="163361" y="53174"/>
                  </a:cubicBezTo>
                  <a:cubicBezTo>
                    <a:pt x="162429" y="63230"/>
                    <a:pt x="158064" y="72659"/>
                    <a:pt x="150999" y="79876"/>
                  </a:cubicBezTo>
                  <a:cubicBezTo>
                    <a:pt x="149194" y="80195"/>
                    <a:pt x="147334" y="79947"/>
                    <a:pt x="145675" y="79167"/>
                  </a:cubicBezTo>
                  <a:cubicBezTo>
                    <a:pt x="138744" y="72474"/>
                    <a:pt x="134594" y="63412"/>
                    <a:pt x="134055" y="53792"/>
                  </a:cubicBezTo>
                  <a:cubicBezTo>
                    <a:pt x="135486" y="42231"/>
                    <a:pt x="140631" y="31447"/>
                    <a:pt x="148716" y="23059"/>
                  </a:cubicBezTo>
                  <a:close/>
                  <a:moveTo>
                    <a:pt x="137541" y="120629"/>
                  </a:moveTo>
                  <a:cubicBezTo>
                    <a:pt x="127321" y="120182"/>
                    <a:pt x="117498" y="116542"/>
                    <a:pt x="109454" y="110221"/>
                  </a:cubicBezTo>
                  <a:cubicBezTo>
                    <a:pt x="102376" y="101753"/>
                    <a:pt x="98669" y="90972"/>
                    <a:pt x="99045" y="79942"/>
                  </a:cubicBezTo>
                  <a:cubicBezTo>
                    <a:pt x="109993" y="79141"/>
                    <a:pt x="120856" y="82365"/>
                    <a:pt x="129596" y="89007"/>
                  </a:cubicBezTo>
                  <a:cubicBezTo>
                    <a:pt x="132663" y="92187"/>
                    <a:pt x="135111" y="95909"/>
                    <a:pt x="136816" y="99985"/>
                  </a:cubicBezTo>
                  <a:cubicBezTo>
                    <a:pt x="138635" y="106720"/>
                    <a:pt x="138883" y="113783"/>
                    <a:pt x="137541" y="12062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46F67947-BC20-08A9-BAB1-82E7BC317D69}"/>
                </a:ext>
              </a:extLst>
            </p:cNvPr>
            <p:cNvSpPr/>
            <p:nvPr/>
          </p:nvSpPr>
          <p:spPr>
            <a:xfrm>
              <a:off x="10027454" y="2345496"/>
              <a:ext cx="223556" cy="51302"/>
            </a:xfrm>
            <a:custGeom>
              <a:avLst/>
              <a:gdLst>
                <a:gd name="connsiteX0" fmla="*/ 191539 w 223556"/>
                <a:gd name="connsiteY0" fmla="*/ 48517 h 51302"/>
                <a:gd name="connsiteX1" fmla="*/ 201428 w 223556"/>
                <a:gd name="connsiteY1" fmla="*/ 50899 h 51302"/>
                <a:gd name="connsiteX2" fmla="*/ 202821 w 223556"/>
                <a:gd name="connsiteY2" fmla="*/ 51303 h 51302"/>
                <a:gd name="connsiteX3" fmla="*/ 223556 w 223556"/>
                <a:gd name="connsiteY3" fmla="*/ 40152 h 51302"/>
                <a:gd name="connsiteX4" fmla="*/ 205656 w 223556"/>
                <a:gd name="connsiteY4" fmla="*/ 34977 h 51302"/>
                <a:gd name="connsiteX5" fmla="*/ 195396 w 223556"/>
                <a:gd name="connsiteY5" fmla="*/ 32504 h 51302"/>
                <a:gd name="connsiteX6" fmla="*/ 17225 w 223556"/>
                <a:gd name="connsiteY6" fmla="*/ 1566 h 51302"/>
                <a:gd name="connsiteX7" fmla="*/ 0 w 223556"/>
                <a:gd name="connsiteY7" fmla="*/ 0 h 51302"/>
                <a:gd name="connsiteX8" fmla="*/ 0 w 223556"/>
                <a:gd name="connsiteY8" fmla="*/ 16549 h 51302"/>
                <a:gd name="connsiteX9" fmla="*/ 15576 w 223556"/>
                <a:gd name="connsiteY9" fmla="*/ 17958 h 51302"/>
                <a:gd name="connsiteX10" fmla="*/ 191539 w 223556"/>
                <a:gd name="connsiteY10" fmla="*/ 48517 h 5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3556" h="51302">
                  <a:moveTo>
                    <a:pt x="191539" y="48517"/>
                  </a:moveTo>
                  <a:lnTo>
                    <a:pt x="201428" y="50899"/>
                  </a:lnTo>
                  <a:lnTo>
                    <a:pt x="202821" y="51303"/>
                  </a:lnTo>
                  <a:cubicBezTo>
                    <a:pt x="209705" y="47528"/>
                    <a:pt x="216617" y="43811"/>
                    <a:pt x="223556" y="40152"/>
                  </a:cubicBezTo>
                  <a:lnTo>
                    <a:pt x="205656" y="34977"/>
                  </a:lnTo>
                  <a:lnTo>
                    <a:pt x="195396" y="32504"/>
                  </a:lnTo>
                  <a:cubicBezTo>
                    <a:pt x="136702" y="18516"/>
                    <a:pt x="77197" y="8184"/>
                    <a:pt x="17225" y="1566"/>
                  </a:cubicBezTo>
                  <a:lnTo>
                    <a:pt x="0" y="0"/>
                  </a:lnTo>
                  <a:lnTo>
                    <a:pt x="0" y="16549"/>
                  </a:lnTo>
                  <a:lnTo>
                    <a:pt x="15576" y="17958"/>
                  </a:lnTo>
                  <a:cubicBezTo>
                    <a:pt x="74805" y="24506"/>
                    <a:pt x="133571" y="34712"/>
                    <a:pt x="191539" y="48517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F9523BB0-41CD-F1E2-AD4D-F5E74CF9C53A}"/>
                </a:ext>
              </a:extLst>
            </p:cNvPr>
            <p:cNvSpPr/>
            <p:nvPr/>
          </p:nvSpPr>
          <p:spPr>
            <a:xfrm>
              <a:off x="10027454" y="2426139"/>
              <a:ext cx="127824" cy="28877"/>
            </a:xfrm>
            <a:custGeom>
              <a:avLst/>
              <a:gdLst>
                <a:gd name="connsiteX0" fmla="*/ 85068 w 127824"/>
                <a:gd name="connsiteY0" fmla="*/ 26331 h 28877"/>
                <a:gd name="connsiteX1" fmla="*/ 105671 w 127824"/>
                <a:gd name="connsiteY1" fmla="*/ 28878 h 28877"/>
                <a:gd name="connsiteX2" fmla="*/ 127824 w 127824"/>
                <a:gd name="connsiteY2" fmla="*/ 14703 h 28877"/>
                <a:gd name="connsiteX3" fmla="*/ 87441 w 127824"/>
                <a:gd name="connsiteY3" fmla="*/ 10013 h 28877"/>
                <a:gd name="connsiteX4" fmla="*/ 77016 w 127824"/>
                <a:gd name="connsiteY4" fmla="*/ 8546 h 28877"/>
                <a:gd name="connsiteX5" fmla="*/ 17266 w 127824"/>
                <a:gd name="connsiteY5" fmla="*/ 1558 h 28877"/>
                <a:gd name="connsiteX6" fmla="*/ 0 w 127824"/>
                <a:gd name="connsiteY6" fmla="*/ 0 h 28877"/>
                <a:gd name="connsiteX7" fmla="*/ 0 w 127824"/>
                <a:gd name="connsiteY7" fmla="*/ 16549 h 28877"/>
                <a:gd name="connsiteX8" fmla="*/ 15725 w 127824"/>
                <a:gd name="connsiteY8" fmla="*/ 17966 h 28877"/>
                <a:gd name="connsiteX9" fmla="*/ 74717 w 127824"/>
                <a:gd name="connsiteY9" fmla="*/ 24864 h 28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824" h="28877">
                  <a:moveTo>
                    <a:pt x="85068" y="26331"/>
                  </a:moveTo>
                  <a:cubicBezTo>
                    <a:pt x="90293" y="27081"/>
                    <a:pt x="98064" y="27980"/>
                    <a:pt x="105671" y="28878"/>
                  </a:cubicBezTo>
                  <a:cubicBezTo>
                    <a:pt x="113012" y="24081"/>
                    <a:pt x="120396" y="19357"/>
                    <a:pt x="127824" y="14703"/>
                  </a:cubicBezTo>
                  <a:cubicBezTo>
                    <a:pt x="119426" y="13821"/>
                    <a:pt x="97817" y="11513"/>
                    <a:pt x="87441" y="10013"/>
                  </a:cubicBezTo>
                  <a:lnTo>
                    <a:pt x="77016" y="8546"/>
                  </a:lnTo>
                  <a:cubicBezTo>
                    <a:pt x="59132" y="6024"/>
                    <a:pt x="40160" y="3808"/>
                    <a:pt x="17266" y="1558"/>
                  </a:cubicBezTo>
                  <a:lnTo>
                    <a:pt x="0" y="0"/>
                  </a:lnTo>
                  <a:lnTo>
                    <a:pt x="0" y="16549"/>
                  </a:lnTo>
                  <a:lnTo>
                    <a:pt x="15725" y="17966"/>
                  </a:lnTo>
                  <a:cubicBezTo>
                    <a:pt x="38314" y="20191"/>
                    <a:pt x="57063" y="22384"/>
                    <a:pt x="74717" y="24864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F1011288-D47E-FC70-98C0-67F95FFCE2B9}"/>
                </a:ext>
              </a:extLst>
            </p:cNvPr>
            <p:cNvSpPr/>
            <p:nvPr/>
          </p:nvSpPr>
          <p:spPr>
            <a:xfrm>
              <a:off x="10251810" y="2341837"/>
              <a:ext cx="484363" cy="172608"/>
            </a:xfrm>
            <a:custGeom>
              <a:avLst/>
              <a:gdLst>
                <a:gd name="connsiteX0" fmla="*/ 0 w 484363"/>
                <a:gd name="connsiteY0" fmla="*/ 172608 h 172608"/>
                <a:gd name="connsiteX1" fmla="*/ 34878 w 484363"/>
                <a:gd name="connsiteY1" fmla="*/ 172608 h 172608"/>
                <a:gd name="connsiteX2" fmla="*/ 49003 w 484363"/>
                <a:gd name="connsiteY2" fmla="*/ 165034 h 172608"/>
                <a:gd name="connsiteX3" fmla="*/ 484364 w 484363"/>
                <a:gd name="connsiteY3" fmla="*/ 16689 h 172608"/>
                <a:gd name="connsiteX4" fmla="*/ 484364 w 484363"/>
                <a:gd name="connsiteY4" fmla="*/ 0 h 172608"/>
                <a:gd name="connsiteX5" fmla="*/ 41215 w 484363"/>
                <a:gd name="connsiteY5" fmla="*/ 150505 h 172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4363" h="172608">
                  <a:moveTo>
                    <a:pt x="0" y="172608"/>
                  </a:moveTo>
                  <a:lnTo>
                    <a:pt x="34878" y="172608"/>
                  </a:lnTo>
                  <a:lnTo>
                    <a:pt x="49003" y="165034"/>
                  </a:lnTo>
                  <a:cubicBezTo>
                    <a:pt x="184992" y="92011"/>
                    <a:pt x="332082" y="41892"/>
                    <a:pt x="484364" y="16689"/>
                  </a:cubicBezTo>
                  <a:lnTo>
                    <a:pt x="484364" y="0"/>
                  </a:lnTo>
                  <a:cubicBezTo>
                    <a:pt x="329349" y="25347"/>
                    <a:pt x="179605" y="76204"/>
                    <a:pt x="41215" y="150505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7455A613-2B87-4E55-C280-4308D61C8E34}"/>
                </a:ext>
              </a:extLst>
            </p:cNvPr>
            <p:cNvSpPr/>
            <p:nvPr/>
          </p:nvSpPr>
          <p:spPr>
            <a:xfrm>
              <a:off x="10443703" y="2427391"/>
              <a:ext cx="292446" cy="87054"/>
            </a:xfrm>
            <a:custGeom>
              <a:avLst/>
              <a:gdLst>
                <a:gd name="connsiteX0" fmla="*/ 0 w 292446"/>
                <a:gd name="connsiteY0" fmla="*/ 87054 h 87054"/>
                <a:gd name="connsiteX1" fmla="*/ 47660 w 292446"/>
                <a:gd name="connsiteY1" fmla="*/ 87054 h 87054"/>
                <a:gd name="connsiteX2" fmla="*/ 112232 w 292446"/>
                <a:gd name="connsiteY2" fmla="*/ 63269 h 87054"/>
                <a:gd name="connsiteX3" fmla="*/ 292446 w 292446"/>
                <a:gd name="connsiteY3" fmla="*/ 16796 h 87054"/>
                <a:gd name="connsiteX4" fmla="*/ 292446 w 292446"/>
                <a:gd name="connsiteY4" fmla="*/ 0 h 87054"/>
                <a:gd name="connsiteX5" fmla="*/ 106792 w 292446"/>
                <a:gd name="connsiteY5" fmla="*/ 47710 h 87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2446" h="87054">
                  <a:moveTo>
                    <a:pt x="0" y="87054"/>
                  </a:moveTo>
                  <a:lnTo>
                    <a:pt x="47660" y="87054"/>
                  </a:lnTo>
                  <a:lnTo>
                    <a:pt x="112232" y="63269"/>
                  </a:lnTo>
                  <a:cubicBezTo>
                    <a:pt x="171226" y="43867"/>
                    <a:pt x="231426" y="28342"/>
                    <a:pt x="292446" y="16796"/>
                  </a:cubicBezTo>
                  <a:lnTo>
                    <a:pt x="292446" y="0"/>
                  </a:lnTo>
                  <a:cubicBezTo>
                    <a:pt x="229572" y="11766"/>
                    <a:pt x="167549" y="27705"/>
                    <a:pt x="106792" y="47710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7AF2ED3D-CDFA-866F-E1EA-3FFA3205AAF8}"/>
                </a:ext>
              </a:extLst>
            </p:cNvPr>
            <p:cNvSpPr/>
            <p:nvPr/>
          </p:nvSpPr>
          <p:spPr>
            <a:xfrm>
              <a:off x="10089957" y="2096507"/>
              <a:ext cx="646225" cy="417938"/>
            </a:xfrm>
            <a:custGeom>
              <a:avLst/>
              <a:gdLst>
                <a:gd name="connsiteX0" fmla="*/ 553872 w 646225"/>
                <a:gd name="connsiteY0" fmla="*/ 173993 h 417938"/>
                <a:gd name="connsiteX1" fmla="*/ 539037 w 646225"/>
                <a:gd name="connsiteY1" fmla="*/ 177108 h 417938"/>
                <a:gd name="connsiteX2" fmla="*/ 539037 w 646225"/>
                <a:gd name="connsiteY2" fmla="*/ 137516 h 417938"/>
                <a:gd name="connsiteX3" fmla="*/ 581225 w 646225"/>
                <a:gd name="connsiteY3" fmla="*/ 122212 h 417938"/>
                <a:gd name="connsiteX4" fmla="*/ 596447 w 646225"/>
                <a:gd name="connsiteY4" fmla="*/ 71437 h 417938"/>
                <a:gd name="connsiteX5" fmla="*/ 595763 w 646225"/>
                <a:gd name="connsiteY5" fmla="*/ 65066 h 417938"/>
                <a:gd name="connsiteX6" fmla="*/ 589425 w 646225"/>
                <a:gd name="connsiteY6" fmla="*/ 64151 h 417938"/>
                <a:gd name="connsiteX7" fmla="*/ 560037 w 646225"/>
                <a:gd name="connsiteY7" fmla="*/ 65931 h 417938"/>
                <a:gd name="connsiteX8" fmla="*/ 562270 w 646225"/>
                <a:gd name="connsiteY8" fmla="*/ 53825 h 417938"/>
                <a:gd name="connsiteX9" fmla="*/ 536722 w 646225"/>
                <a:gd name="connsiteY9" fmla="*/ 5044 h 417938"/>
                <a:gd name="connsiteX10" fmla="*/ 531175 w 646225"/>
                <a:gd name="connsiteY10" fmla="*/ 0 h 417938"/>
                <a:gd name="connsiteX11" fmla="*/ 525629 w 646225"/>
                <a:gd name="connsiteY11" fmla="*/ 5044 h 417938"/>
                <a:gd name="connsiteX12" fmla="*/ 500080 w 646225"/>
                <a:gd name="connsiteY12" fmla="*/ 54418 h 417938"/>
                <a:gd name="connsiteX13" fmla="*/ 502034 w 646225"/>
                <a:gd name="connsiteY13" fmla="*/ 65832 h 417938"/>
                <a:gd name="connsiteX14" fmla="*/ 472282 w 646225"/>
                <a:gd name="connsiteY14" fmla="*/ 64052 h 417938"/>
                <a:gd name="connsiteX15" fmla="*/ 465953 w 646225"/>
                <a:gd name="connsiteY15" fmla="*/ 64975 h 417938"/>
                <a:gd name="connsiteX16" fmla="*/ 465277 w 646225"/>
                <a:gd name="connsiteY16" fmla="*/ 71329 h 417938"/>
                <a:gd name="connsiteX17" fmla="*/ 480482 w 646225"/>
                <a:gd name="connsiteY17" fmla="*/ 122105 h 417938"/>
                <a:gd name="connsiteX18" fmla="*/ 522513 w 646225"/>
                <a:gd name="connsiteY18" fmla="*/ 137351 h 417938"/>
                <a:gd name="connsiteX19" fmla="*/ 522513 w 646225"/>
                <a:gd name="connsiteY19" fmla="*/ 180932 h 417938"/>
                <a:gd name="connsiteX20" fmla="*/ 6684 w 646225"/>
                <a:gd name="connsiteY20" fmla="*/ 413109 h 417938"/>
                <a:gd name="connsiteX21" fmla="*/ 0 w 646225"/>
                <a:gd name="connsiteY21" fmla="*/ 417938 h 417938"/>
                <a:gd name="connsiteX22" fmla="*/ 28730 w 646225"/>
                <a:gd name="connsiteY22" fmla="*/ 417938 h 417938"/>
                <a:gd name="connsiteX23" fmla="*/ 540801 w 646225"/>
                <a:gd name="connsiteY23" fmla="*/ 193599 h 417938"/>
                <a:gd name="connsiteX24" fmla="*/ 557284 w 646225"/>
                <a:gd name="connsiteY24" fmla="*/ 190138 h 417938"/>
                <a:gd name="connsiteX25" fmla="*/ 646225 w 646225"/>
                <a:gd name="connsiteY25" fmla="*/ 174479 h 417938"/>
                <a:gd name="connsiteX26" fmla="*/ 646225 w 646225"/>
                <a:gd name="connsiteY26" fmla="*/ 157831 h 417938"/>
                <a:gd name="connsiteX27" fmla="*/ 553872 w 646225"/>
                <a:gd name="connsiteY27" fmla="*/ 173993 h 417938"/>
                <a:gd name="connsiteX28" fmla="*/ 580244 w 646225"/>
                <a:gd name="connsiteY28" fmla="*/ 80041 h 417938"/>
                <a:gd name="connsiteX29" fmla="*/ 569827 w 646225"/>
                <a:gd name="connsiteY29" fmla="*/ 110328 h 417938"/>
                <a:gd name="connsiteX30" fmla="*/ 542342 w 646225"/>
                <a:gd name="connsiteY30" fmla="*/ 120712 h 417938"/>
                <a:gd name="connsiteX31" fmla="*/ 542721 w 646225"/>
                <a:gd name="connsiteY31" fmla="*/ 99556 h 417938"/>
                <a:gd name="connsiteX32" fmla="*/ 549586 w 646225"/>
                <a:gd name="connsiteY32" fmla="*/ 89304 h 417938"/>
                <a:gd name="connsiteX33" fmla="*/ 579363 w 646225"/>
                <a:gd name="connsiteY33" fmla="*/ 80041 h 417938"/>
                <a:gd name="connsiteX34" fmla="*/ 531208 w 646225"/>
                <a:gd name="connsiteY34" fmla="*/ 23059 h 417938"/>
                <a:gd name="connsiteX35" fmla="*/ 545853 w 646225"/>
                <a:gd name="connsiteY35" fmla="*/ 53198 h 417938"/>
                <a:gd name="connsiteX36" fmla="*/ 533491 w 646225"/>
                <a:gd name="connsiteY36" fmla="*/ 79900 h 417938"/>
                <a:gd name="connsiteX37" fmla="*/ 528167 w 646225"/>
                <a:gd name="connsiteY37" fmla="*/ 79192 h 417938"/>
                <a:gd name="connsiteX38" fmla="*/ 516547 w 646225"/>
                <a:gd name="connsiteY38" fmla="*/ 53816 h 417938"/>
                <a:gd name="connsiteX39" fmla="*/ 531208 w 646225"/>
                <a:gd name="connsiteY39" fmla="*/ 23059 h 417938"/>
                <a:gd name="connsiteX40" fmla="*/ 520033 w 646225"/>
                <a:gd name="connsiteY40" fmla="*/ 120629 h 417938"/>
                <a:gd name="connsiteX41" fmla="*/ 491946 w 646225"/>
                <a:gd name="connsiteY41" fmla="*/ 110221 h 417938"/>
                <a:gd name="connsiteX42" fmla="*/ 481537 w 646225"/>
                <a:gd name="connsiteY42" fmla="*/ 79942 h 417938"/>
                <a:gd name="connsiteX43" fmla="*/ 512088 w 646225"/>
                <a:gd name="connsiteY43" fmla="*/ 89007 h 417938"/>
                <a:gd name="connsiteX44" fmla="*/ 519308 w 646225"/>
                <a:gd name="connsiteY44" fmla="*/ 99985 h 417938"/>
                <a:gd name="connsiteX45" fmla="*/ 520033 w 646225"/>
                <a:gd name="connsiteY45" fmla="*/ 120629 h 417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646225" h="417938">
                  <a:moveTo>
                    <a:pt x="553872" y="173993"/>
                  </a:moveTo>
                  <a:lnTo>
                    <a:pt x="539037" y="177108"/>
                  </a:lnTo>
                  <a:lnTo>
                    <a:pt x="539037" y="137516"/>
                  </a:lnTo>
                  <a:cubicBezTo>
                    <a:pt x="554431" y="137360"/>
                    <a:pt x="569311" y="131961"/>
                    <a:pt x="581225" y="122212"/>
                  </a:cubicBezTo>
                  <a:cubicBezTo>
                    <a:pt x="599719" y="104443"/>
                    <a:pt x="596587" y="72763"/>
                    <a:pt x="596447" y="71437"/>
                  </a:cubicBezTo>
                  <a:lnTo>
                    <a:pt x="595763" y="65066"/>
                  </a:lnTo>
                  <a:lnTo>
                    <a:pt x="589425" y="64151"/>
                  </a:lnTo>
                  <a:cubicBezTo>
                    <a:pt x="579601" y="63003"/>
                    <a:pt x="569651" y="63606"/>
                    <a:pt x="560037" y="65931"/>
                  </a:cubicBezTo>
                  <a:cubicBezTo>
                    <a:pt x="561198" y="61984"/>
                    <a:pt x="561946" y="57926"/>
                    <a:pt x="562270" y="53825"/>
                  </a:cubicBezTo>
                  <a:cubicBezTo>
                    <a:pt x="562270" y="28581"/>
                    <a:pt x="537752" y="6024"/>
                    <a:pt x="536722" y="5044"/>
                  </a:cubicBezTo>
                  <a:lnTo>
                    <a:pt x="531175" y="0"/>
                  </a:lnTo>
                  <a:lnTo>
                    <a:pt x="525629" y="5044"/>
                  </a:lnTo>
                  <a:cubicBezTo>
                    <a:pt x="524582" y="5992"/>
                    <a:pt x="500080" y="28581"/>
                    <a:pt x="500080" y="54418"/>
                  </a:cubicBezTo>
                  <a:cubicBezTo>
                    <a:pt x="500370" y="58276"/>
                    <a:pt x="501024" y="62097"/>
                    <a:pt x="502034" y="65832"/>
                  </a:cubicBezTo>
                  <a:cubicBezTo>
                    <a:pt x="492304" y="63460"/>
                    <a:pt x="482226" y="62856"/>
                    <a:pt x="472282" y="64052"/>
                  </a:cubicBezTo>
                  <a:lnTo>
                    <a:pt x="465953" y="64975"/>
                  </a:lnTo>
                  <a:lnTo>
                    <a:pt x="465277" y="71329"/>
                  </a:lnTo>
                  <a:cubicBezTo>
                    <a:pt x="465137" y="72673"/>
                    <a:pt x="461980" y="104336"/>
                    <a:pt x="480482" y="122105"/>
                  </a:cubicBezTo>
                  <a:cubicBezTo>
                    <a:pt x="492347" y="131826"/>
                    <a:pt x="507175" y="137205"/>
                    <a:pt x="522513" y="137351"/>
                  </a:cubicBezTo>
                  <a:lnTo>
                    <a:pt x="522513" y="180932"/>
                  </a:lnTo>
                  <a:cubicBezTo>
                    <a:pt x="336971" y="223636"/>
                    <a:pt x="161679" y="302535"/>
                    <a:pt x="6684" y="413109"/>
                  </a:cubicBezTo>
                  <a:lnTo>
                    <a:pt x="0" y="417938"/>
                  </a:lnTo>
                  <a:lnTo>
                    <a:pt x="28730" y="417938"/>
                  </a:lnTo>
                  <a:cubicBezTo>
                    <a:pt x="183005" y="310208"/>
                    <a:pt x="357018" y="233974"/>
                    <a:pt x="540801" y="193599"/>
                  </a:cubicBezTo>
                  <a:lnTo>
                    <a:pt x="557284" y="190138"/>
                  </a:lnTo>
                  <a:cubicBezTo>
                    <a:pt x="587777" y="183792"/>
                    <a:pt x="617578" y="178600"/>
                    <a:pt x="646225" y="174479"/>
                  </a:cubicBezTo>
                  <a:lnTo>
                    <a:pt x="646225" y="157831"/>
                  </a:lnTo>
                  <a:cubicBezTo>
                    <a:pt x="616507" y="162026"/>
                    <a:pt x="585568" y="167399"/>
                    <a:pt x="553872" y="173993"/>
                  </a:cubicBezTo>
                  <a:close/>
                  <a:moveTo>
                    <a:pt x="580244" y="80041"/>
                  </a:moveTo>
                  <a:cubicBezTo>
                    <a:pt x="580630" y="91076"/>
                    <a:pt x="576919" y="101864"/>
                    <a:pt x="569827" y="110328"/>
                  </a:cubicBezTo>
                  <a:cubicBezTo>
                    <a:pt x="561963" y="116552"/>
                    <a:pt x="552358" y="120181"/>
                    <a:pt x="542342" y="120712"/>
                  </a:cubicBezTo>
                  <a:cubicBezTo>
                    <a:pt x="541467" y="113678"/>
                    <a:pt x="541595" y="106555"/>
                    <a:pt x="542721" y="99556"/>
                  </a:cubicBezTo>
                  <a:cubicBezTo>
                    <a:pt x="544220" y="95671"/>
                    <a:pt x="546565" y="92169"/>
                    <a:pt x="549586" y="89304"/>
                  </a:cubicBezTo>
                  <a:cubicBezTo>
                    <a:pt x="558054" y="82695"/>
                    <a:pt x="568641" y="79401"/>
                    <a:pt x="579363" y="80041"/>
                  </a:cubicBezTo>
                  <a:close/>
                  <a:moveTo>
                    <a:pt x="531208" y="23059"/>
                  </a:moveTo>
                  <a:cubicBezTo>
                    <a:pt x="539192" y="31278"/>
                    <a:pt x="544326" y="41842"/>
                    <a:pt x="545853" y="53198"/>
                  </a:cubicBezTo>
                  <a:cubicBezTo>
                    <a:pt x="544919" y="63254"/>
                    <a:pt x="540554" y="72682"/>
                    <a:pt x="533491" y="79900"/>
                  </a:cubicBezTo>
                  <a:cubicBezTo>
                    <a:pt x="531686" y="80220"/>
                    <a:pt x="529826" y="79973"/>
                    <a:pt x="528167" y="79192"/>
                  </a:cubicBezTo>
                  <a:cubicBezTo>
                    <a:pt x="521236" y="72499"/>
                    <a:pt x="517086" y="63437"/>
                    <a:pt x="516547" y="53816"/>
                  </a:cubicBezTo>
                  <a:cubicBezTo>
                    <a:pt x="517973" y="42246"/>
                    <a:pt x="523118" y="31453"/>
                    <a:pt x="531208" y="23059"/>
                  </a:cubicBezTo>
                  <a:close/>
                  <a:moveTo>
                    <a:pt x="520033" y="120629"/>
                  </a:moveTo>
                  <a:cubicBezTo>
                    <a:pt x="509813" y="120182"/>
                    <a:pt x="499990" y="116542"/>
                    <a:pt x="491946" y="110221"/>
                  </a:cubicBezTo>
                  <a:cubicBezTo>
                    <a:pt x="484868" y="101753"/>
                    <a:pt x="481161" y="90972"/>
                    <a:pt x="481537" y="79942"/>
                  </a:cubicBezTo>
                  <a:cubicBezTo>
                    <a:pt x="492488" y="79108"/>
                    <a:pt x="503364" y="82335"/>
                    <a:pt x="512088" y="89007"/>
                  </a:cubicBezTo>
                  <a:cubicBezTo>
                    <a:pt x="515155" y="92187"/>
                    <a:pt x="517603" y="95909"/>
                    <a:pt x="519308" y="99985"/>
                  </a:cubicBezTo>
                  <a:cubicBezTo>
                    <a:pt x="521127" y="106720"/>
                    <a:pt x="521375" y="113783"/>
                    <a:pt x="520033" y="120629"/>
                  </a:cubicBezTo>
                  <a:close/>
                </a:path>
              </a:pathLst>
            </a:custGeom>
            <a:solidFill>
              <a:srgbClr val="000000"/>
            </a:solidFill>
            <a:ln w="82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0C3B3CF2-CD98-AE6F-5914-85D6493D85AC}"/>
              </a:ext>
            </a:extLst>
          </p:cNvPr>
          <p:cNvGrpSpPr/>
          <p:nvPr/>
        </p:nvGrpSpPr>
        <p:grpSpPr>
          <a:xfrm>
            <a:off x="9056020" y="3127612"/>
            <a:ext cx="597659" cy="443531"/>
            <a:chOff x="9973611" y="3315589"/>
            <a:chExt cx="597659" cy="443531"/>
          </a:xfrm>
        </p:grpSpPr>
        <p:sp>
          <p:nvSpPr>
            <p:cNvPr id="31" name="Pfeil: nach unten 30">
              <a:extLst>
                <a:ext uri="{FF2B5EF4-FFF2-40B4-BE49-F238E27FC236}">
                  <a16:creationId xmlns:a16="http://schemas.microsoft.com/office/drawing/2014/main" id="{B1C510C7-32F8-2C78-D71A-D6AFBF064536}"/>
                </a:ext>
              </a:extLst>
            </p:cNvPr>
            <p:cNvSpPr/>
            <p:nvPr/>
          </p:nvSpPr>
          <p:spPr>
            <a:xfrm flipV="1">
              <a:off x="9973611" y="3315589"/>
              <a:ext cx="597659" cy="443531"/>
            </a:xfrm>
            <a:prstGeom prst="down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E42324A0-0715-31BB-C4DF-1FA6A0EAF78F}"/>
                </a:ext>
              </a:extLst>
            </p:cNvPr>
            <p:cNvSpPr txBox="1"/>
            <p:nvPr/>
          </p:nvSpPr>
          <p:spPr>
            <a:xfrm>
              <a:off x="10038433" y="3469003"/>
              <a:ext cx="481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THG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2B4363CB-5B9C-BC6F-0B11-B89BB1BF3F86}"/>
              </a:ext>
            </a:extLst>
          </p:cNvPr>
          <p:cNvGrpSpPr/>
          <p:nvPr/>
        </p:nvGrpSpPr>
        <p:grpSpPr>
          <a:xfrm>
            <a:off x="10962723" y="3110782"/>
            <a:ext cx="597659" cy="443531"/>
            <a:chOff x="9973611" y="3315589"/>
            <a:chExt cx="597659" cy="443531"/>
          </a:xfrm>
        </p:grpSpPr>
        <p:sp>
          <p:nvSpPr>
            <p:cNvPr id="35" name="Pfeil: nach unten 34">
              <a:extLst>
                <a:ext uri="{FF2B5EF4-FFF2-40B4-BE49-F238E27FC236}">
                  <a16:creationId xmlns:a16="http://schemas.microsoft.com/office/drawing/2014/main" id="{70764E9C-8BB9-4F44-5A80-253560A06EE6}"/>
                </a:ext>
              </a:extLst>
            </p:cNvPr>
            <p:cNvSpPr/>
            <p:nvPr/>
          </p:nvSpPr>
          <p:spPr>
            <a:xfrm>
              <a:off x="9973611" y="3315589"/>
              <a:ext cx="597659" cy="443531"/>
            </a:xfrm>
            <a:prstGeom prst="down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655EA355-9441-F1CE-13D8-EE141CBADB76}"/>
                </a:ext>
              </a:extLst>
            </p:cNvPr>
            <p:cNvSpPr txBox="1"/>
            <p:nvPr/>
          </p:nvSpPr>
          <p:spPr>
            <a:xfrm>
              <a:off x="10041413" y="3430297"/>
              <a:ext cx="4811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CO</a:t>
              </a:r>
              <a:r>
                <a:rPr lang="de-DE" sz="1200" baseline="-25000" dirty="0"/>
                <a:t>2</a:t>
              </a:r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18F955C8-6202-541B-6A05-04FFAE7C63BC}"/>
              </a:ext>
            </a:extLst>
          </p:cNvPr>
          <p:cNvSpPr txBox="1"/>
          <p:nvPr/>
        </p:nvSpPr>
        <p:spPr>
          <a:xfrm>
            <a:off x="8425115" y="5108477"/>
            <a:ext cx="3556495" cy="1615827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0070C0"/>
                </a:solidFill>
              </a:rPr>
              <a:t>Werden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 oder andere Treibhausgase in der Fläche verteilt ausgestoßen, etwa in der Landwirtschaft, kann dies durch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-Entnahme aus der Atmosphäre ausgeglichen werden. Auch Restemissionen aus industriellen Prozessen, die nicht vollständig abgeschieden wurden, müssen so ausgeglichen werden. Das CO</a:t>
            </a:r>
            <a:r>
              <a:rPr lang="de-DE" sz="1100" baseline="-25000" dirty="0">
                <a:solidFill>
                  <a:srgbClr val="0070C0"/>
                </a:solidFill>
              </a:rPr>
              <a:t>2</a:t>
            </a:r>
            <a:r>
              <a:rPr lang="de-DE" sz="1100" dirty="0">
                <a:solidFill>
                  <a:srgbClr val="0070C0"/>
                </a:solidFill>
              </a:rPr>
              <a:t> muss dauerhaft aus der Atmosphäre ferngehalten werden, durch CCS, Speicherung in Vegetation und Boden oder in sehr langlebigen Produkten (z.B. Baumaterialien)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DD51655-AB09-418F-080F-A35D1D6C29E8}"/>
              </a:ext>
            </a:extLst>
          </p:cNvPr>
          <p:cNvSpPr/>
          <p:nvPr/>
        </p:nvSpPr>
        <p:spPr>
          <a:xfrm>
            <a:off x="4796376" y="2464377"/>
            <a:ext cx="7466223" cy="4322922"/>
          </a:xfrm>
          <a:prstGeom prst="rect">
            <a:avLst/>
          </a:prstGeom>
          <a:solidFill>
            <a:srgbClr val="FB11DF">
              <a:alpha val="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4A9F9990-0E80-4C25-CB4F-9E3D0CB2ABE3}"/>
              </a:ext>
            </a:extLst>
          </p:cNvPr>
          <p:cNvSpPr txBox="1"/>
          <p:nvPr/>
        </p:nvSpPr>
        <p:spPr>
          <a:xfrm rot="16200000">
            <a:off x="3525625" y="5071621"/>
            <a:ext cx="250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B11DF"/>
                </a:solidFill>
              </a:rPr>
              <a:t>Kohlenstoffmanagement</a:t>
            </a:r>
          </a:p>
        </p:txBody>
      </p:sp>
    </p:spTree>
    <p:extLst>
      <p:ext uri="{BB962C8B-B14F-4D97-AF65-F5344CB8AC3E}">
        <p14:creationId xmlns:p14="http://schemas.microsoft.com/office/powerpoint/2010/main" val="390576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38B449A-29F4-2D49-32FA-58AFC01E2D70}"/>
              </a:ext>
            </a:extLst>
          </p:cNvPr>
          <p:cNvGrpSpPr/>
          <p:nvPr/>
        </p:nvGrpSpPr>
        <p:grpSpPr>
          <a:xfrm>
            <a:off x="4674417" y="1538161"/>
            <a:ext cx="1410185" cy="1592384"/>
            <a:chOff x="5376321" y="1538284"/>
            <a:chExt cx="1410185" cy="1592384"/>
          </a:xfrm>
        </p:grpSpPr>
        <p:pic>
          <p:nvPicPr>
            <p:cNvPr id="2" name="Grafik 1">
              <a:extLst>
                <a:ext uri="{FF2B5EF4-FFF2-40B4-BE49-F238E27FC236}">
                  <a16:creationId xmlns:a16="http://schemas.microsoft.com/office/drawing/2014/main" id="{B5D6E65B-DE51-1AE8-FD49-F3122F786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9169" y="1538284"/>
              <a:ext cx="1050868" cy="1050868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859E378C-440C-98F4-88C3-1D8AA8F4C29A}"/>
                </a:ext>
              </a:extLst>
            </p:cNvPr>
            <p:cNvSpPr txBox="1"/>
            <p:nvPr/>
          </p:nvSpPr>
          <p:spPr>
            <a:xfrm>
              <a:off x="5376321" y="2699781"/>
              <a:ext cx="14101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rgbClr val="0070C0"/>
                  </a:solidFill>
                </a:rPr>
                <a:t>Langlebige Produkte,</a:t>
              </a:r>
              <a:br>
                <a:rPr lang="de-DE" sz="1100">
                  <a:solidFill>
                    <a:srgbClr val="0070C0"/>
                  </a:solidFill>
                </a:rPr>
              </a:br>
              <a:r>
                <a:rPr lang="de-DE" sz="1100">
                  <a:solidFill>
                    <a:srgbClr val="0070C0"/>
                  </a:solidFill>
                </a:rPr>
                <a:t>z. B. Baumaterialien</a:t>
              </a: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3233BDFB-7AD3-29A0-9936-539FBD9B9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90655" y="5216326"/>
            <a:ext cx="1177711" cy="8159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B976307-D2EC-B7B0-C55D-FD47C5B347C0}"/>
              </a:ext>
            </a:extLst>
          </p:cNvPr>
          <p:cNvGrpSpPr/>
          <p:nvPr/>
        </p:nvGrpSpPr>
        <p:grpSpPr>
          <a:xfrm>
            <a:off x="8289357" y="3715884"/>
            <a:ext cx="812962" cy="833008"/>
            <a:chOff x="2975768" y="2648845"/>
            <a:chExt cx="812962" cy="833008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5C2AF78-AAC5-B186-D64E-3A1813026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91563F-3223-E7EA-2B61-43D717167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7D6D7A1E-DBC8-E3B0-31D2-A846051BDADE}"/>
              </a:ext>
            </a:extLst>
          </p:cNvPr>
          <p:cNvSpPr txBox="1"/>
          <p:nvPr/>
        </p:nvSpPr>
        <p:spPr>
          <a:xfrm>
            <a:off x="6180197" y="3790861"/>
            <a:ext cx="14101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[Icon thermische Abfallverwertung mit Abscheidung]</a:t>
            </a:r>
          </a:p>
        </p:txBody>
      </p:sp>
      <p:pic>
        <p:nvPicPr>
          <p:cNvPr id="16" name="Grafik 15" descr="Flugzeug mit einfarbiger Füllung">
            <a:extLst>
              <a:ext uri="{FF2B5EF4-FFF2-40B4-BE49-F238E27FC236}">
                <a16:creationId xmlns:a16="http://schemas.microsoft.com/office/drawing/2014/main" id="{93395C2C-77EB-1180-7D7E-F76D6295C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852050">
            <a:off x="7436810" y="5351970"/>
            <a:ext cx="657145" cy="65714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D5C406F-9AE3-9507-5A12-65906DE67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0431" y="5216325"/>
            <a:ext cx="597659" cy="65791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19C1C7F-F334-2916-28B0-A831C671A050}"/>
              </a:ext>
            </a:extLst>
          </p:cNvPr>
          <p:cNvSpPr txBox="1"/>
          <p:nvPr/>
        </p:nvSpPr>
        <p:spPr>
          <a:xfrm>
            <a:off x="5049526" y="6097353"/>
            <a:ext cx="781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e-</a:t>
            </a:r>
            <a:r>
              <a:rPr lang="de-DE" sz="1100" err="1">
                <a:solidFill>
                  <a:srgbClr val="0070C0"/>
                </a:solidFill>
              </a:rPr>
              <a:t>Fuels</a:t>
            </a:r>
            <a:endParaRPr lang="de-DE" sz="1100">
              <a:solidFill>
                <a:srgbClr val="0070C0"/>
              </a:solidFill>
            </a:endParaRPr>
          </a:p>
        </p:txBody>
      </p:sp>
      <p:sp>
        <p:nvSpPr>
          <p:cNvPr id="30" name="Pfeil: nach unten 29">
            <a:extLst>
              <a:ext uri="{FF2B5EF4-FFF2-40B4-BE49-F238E27FC236}">
                <a16:creationId xmlns:a16="http://schemas.microsoft.com/office/drawing/2014/main" id="{BDE4BA63-14FE-5B1C-410B-ECC04A3D3FD5}"/>
              </a:ext>
            </a:extLst>
          </p:cNvPr>
          <p:cNvSpPr/>
          <p:nvPr/>
        </p:nvSpPr>
        <p:spPr>
          <a:xfrm rot="13898075">
            <a:off x="1120073" y="4130620"/>
            <a:ext cx="619777" cy="663611"/>
          </a:xfrm>
          <a:prstGeom prst="downArrow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237B00B4-2020-8C8E-5E9D-4D1B0BEA6FF7}"/>
              </a:ext>
            </a:extLst>
          </p:cNvPr>
          <p:cNvSpPr/>
          <p:nvPr/>
        </p:nvSpPr>
        <p:spPr>
          <a:xfrm rot="18662484">
            <a:off x="1111262" y="3585673"/>
            <a:ext cx="597659" cy="564571"/>
          </a:xfrm>
          <a:prstGeom prst="downArrow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9EDE2B1-E5CD-2272-DA70-53DBDF06C58B}"/>
              </a:ext>
            </a:extLst>
          </p:cNvPr>
          <p:cNvSpPr txBox="1"/>
          <p:nvPr/>
        </p:nvSpPr>
        <p:spPr>
          <a:xfrm>
            <a:off x="2042279" y="3783461"/>
            <a:ext cx="1028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/>
              <a:t>CO</a:t>
            </a:r>
            <a:r>
              <a:rPr lang="de-DE" sz="3600" baseline="-25000"/>
              <a:t>2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5C2E868-6E31-5D29-6B7E-D68AD3D56CF8}"/>
              </a:ext>
            </a:extLst>
          </p:cNvPr>
          <p:cNvCxnSpPr/>
          <p:nvPr/>
        </p:nvCxnSpPr>
        <p:spPr>
          <a:xfrm>
            <a:off x="6246016" y="5582081"/>
            <a:ext cx="88968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E2338C-19B3-3A56-42BA-DF09D02673ED}"/>
              </a:ext>
            </a:extLst>
          </p:cNvPr>
          <p:cNvSpPr txBox="1"/>
          <p:nvPr/>
        </p:nvSpPr>
        <p:spPr>
          <a:xfrm>
            <a:off x="761570" y="335722"/>
            <a:ext cx="1007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2: Beispielhafte CCU-Pfade (für Publikation)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EABACFF0-933E-5C90-67CA-744CE4711F81}"/>
              </a:ext>
            </a:extLst>
          </p:cNvPr>
          <p:cNvSpPr/>
          <p:nvPr/>
        </p:nvSpPr>
        <p:spPr>
          <a:xfrm>
            <a:off x="10303176" y="1687054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4799649-39DD-3865-2322-0632CB845F08}"/>
              </a:ext>
            </a:extLst>
          </p:cNvPr>
          <p:cNvSpPr/>
          <p:nvPr/>
        </p:nvSpPr>
        <p:spPr>
          <a:xfrm>
            <a:off x="10303175" y="2106519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AED8F83-5743-AD41-E7B7-5A5B7B1FA501}"/>
              </a:ext>
            </a:extLst>
          </p:cNvPr>
          <p:cNvSpPr/>
          <p:nvPr/>
        </p:nvSpPr>
        <p:spPr>
          <a:xfrm>
            <a:off x="10303176" y="3720323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C9B4A7D-F8F9-8B1A-722C-31C07049C5EC}"/>
              </a:ext>
            </a:extLst>
          </p:cNvPr>
          <p:cNvSpPr/>
          <p:nvPr/>
        </p:nvSpPr>
        <p:spPr>
          <a:xfrm>
            <a:off x="10303175" y="4139788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F1D3BE8-EE7B-DED3-341E-9E1581E789B3}"/>
              </a:ext>
            </a:extLst>
          </p:cNvPr>
          <p:cNvSpPr/>
          <p:nvPr/>
        </p:nvSpPr>
        <p:spPr>
          <a:xfrm>
            <a:off x="10303176" y="5198172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E520D0E-BFE8-55EB-AF82-688952983B2E}"/>
              </a:ext>
            </a:extLst>
          </p:cNvPr>
          <p:cNvSpPr/>
          <p:nvPr/>
        </p:nvSpPr>
        <p:spPr>
          <a:xfrm>
            <a:off x="10303175" y="5617637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A0CBE1-DF56-6AE2-32A5-FADF0211AB25}"/>
              </a:ext>
            </a:extLst>
          </p:cNvPr>
          <p:cNvSpPr txBox="1"/>
          <p:nvPr/>
        </p:nvSpPr>
        <p:spPr>
          <a:xfrm>
            <a:off x="10276988" y="899306"/>
            <a:ext cx="333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Bilanz des Pfads: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6BFCA77-DDE7-0979-C864-9C880785C4FB}"/>
              </a:ext>
            </a:extLst>
          </p:cNvPr>
          <p:cNvSpPr txBox="1"/>
          <p:nvPr/>
        </p:nvSpPr>
        <p:spPr>
          <a:xfrm>
            <a:off x="10303175" y="207794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neutral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4176A98-4F9B-8E28-0B90-719A1232D3E2}"/>
              </a:ext>
            </a:extLst>
          </p:cNvPr>
          <p:cNvSpPr txBox="1"/>
          <p:nvPr/>
        </p:nvSpPr>
        <p:spPr>
          <a:xfrm>
            <a:off x="10258061" y="3703470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F628658-CB3B-84FC-8EF1-9BBCE9231D67}"/>
              </a:ext>
            </a:extLst>
          </p:cNvPr>
          <p:cNvSpPr txBox="1"/>
          <p:nvPr/>
        </p:nvSpPr>
        <p:spPr>
          <a:xfrm>
            <a:off x="10258061" y="1664724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9625914-EAB9-5034-58C5-A0ED18D6F583}"/>
              </a:ext>
            </a:extLst>
          </p:cNvPr>
          <p:cNvSpPr txBox="1"/>
          <p:nvPr/>
        </p:nvSpPr>
        <p:spPr>
          <a:xfrm>
            <a:off x="10258061" y="517613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ACA6E27-5874-0922-7A73-68369143586A}"/>
              </a:ext>
            </a:extLst>
          </p:cNvPr>
          <p:cNvSpPr txBox="1"/>
          <p:nvPr/>
        </p:nvSpPr>
        <p:spPr>
          <a:xfrm>
            <a:off x="10289473" y="5599837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rgbClr val="FF0000"/>
                </a:solidFill>
              </a:rPr>
              <a:t>Emission</a:t>
            </a:r>
          </a:p>
        </p:txBody>
      </p:sp>
      <p:pic>
        <p:nvPicPr>
          <p:cNvPr id="53" name="Grafik 52" descr="Wasserflasche mit einfarbiger Füllung">
            <a:extLst>
              <a:ext uri="{FF2B5EF4-FFF2-40B4-BE49-F238E27FC236}">
                <a16:creationId xmlns:a16="http://schemas.microsoft.com/office/drawing/2014/main" id="{59C728C5-6298-CD4F-8164-74BC63E170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856" y="3790861"/>
            <a:ext cx="584117" cy="584117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072EEA13-8B84-1398-0465-E355B90E6F03}"/>
              </a:ext>
            </a:extLst>
          </p:cNvPr>
          <p:cNvSpPr txBox="1"/>
          <p:nvPr/>
        </p:nvSpPr>
        <p:spPr>
          <a:xfrm>
            <a:off x="4780494" y="4447487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Kurzlebige Produkte,</a:t>
            </a:r>
          </a:p>
          <a:p>
            <a:r>
              <a:rPr lang="de-DE" sz="1100">
                <a:solidFill>
                  <a:srgbClr val="0070C0"/>
                </a:solidFill>
              </a:rPr>
              <a:t>z. B. aus Kunststoff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3B374FA8-9030-A71C-4BD6-A63EBB6D1121}"/>
              </a:ext>
            </a:extLst>
          </p:cNvPr>
          <p:cNvCxnSpPr>
            <a:cxnSpLocks/>
          </p:cNvCxnSpPr>
          <p:nvPr/>
        </p:nvCxnSpPr>
        <p:spPr>
          <a:xfrm>
            <a:off x="5707699" y="4013510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05B56D1C-B962-9073-60F3-54BA2DE06F4C}"/>
              </a:ext>
            </a:extLst>
          </p:cNvPr>
          <p:cNvCxnSpPr>
            <a:cxnSpLocks/>
          </p:cNvCxnSpPr>
          <p:nvPr/>
        </p:nvCxnSpPr>
        <p:spPr>
          <a:xfrm>
            <a:off x="5707699" y="4156297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C19FF4CE-07FC-AD57-02F8-1402FCFB1791}"/>
              </a:ext>
            </a:extLst>
          </p:cNvPr>
          <p:cNvCxnSpPr>
            <a:cxnSpLocks/>
          </p:cNvCxnSpPr>
          <p:nvPr/>
        </p:nvCxnSpPr>
        <p:spPr>
          <a:xfrm>
            <a:off x="7690899" y="4037845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D6D107E-C5E0-9AF5-539F-20615A48FFE6}"/>
              </a:ext>
            </a:extLst>
          </p:cNvPr>
          <p:cNvCxnSpPr>
            <a:cxnSpLocks/>
          </p:cNvCxnSpPr>
          <p:nvPr/>
        </p:nvCxnSpPr>
        <p:spPr>
          <a:xfrm>
            <a:off x="7690899" y="4180632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8B5EB76-ECA0-DFC3-E687-42826495FD1F}"/>
              </a:ext>
            </a:extLst>
          </p:cNvPr>
          <p:cNvGrpSpPr/>
          <p:nvPr/>
        </p:nvGrpSpPr>
        <p:grpSpPr>
          <a:xfrm>
            <a:off x="3235853" y="2401791"/>
            <a:ext cx="1023491" cy="2940326"/>
            <a:chOff x="1388003" y="2192784"/>
            <a:chExt cx="1709945" cy="3149333"/>
          </a:xfrm>
        </p:grpSpPr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94746530-E527-A607-127C-03FC5CBD7320}"/>
                </a:ext>
              </a:extLst>
            </p:cNvPr>
            <p:cNvCxnSpPr>
              <a:cxnSpLocks/>
            </p:cNvCxnSpPr>
            <p:nvPr/>
          </p:nvCxnSpPr>
          <p:spPr>
            <a:xfrm>
              <a:off x="1622699" y="3965232"/>
              <a:ext cx="479742" cy="0"/>
            </a:xfrm>
            <a:prstGeom prst="straightConnector1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5527A86F-9846-927C-A802-C2C424AA9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71569" y="2192784"/>
              <a:ext cx="1411328" cy="1318543"/>
            </a:xfrm>
            <a:prstGeom prst="straightConnector1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5DC6A933-D764-678F-A597-399E2A5584EF}"/>
                </a:ext>
              </a:extLst>
            </p:cNvPr>
            <p:cNvCxnSpPr>
              <a:cxnSpLocks/>
            </p:cNvCxnSpPr>
            <p:nvPr/>
          </p:nvCxnSpPr>
          <p:spPr>
            <a:xfrm>
              <a:off x="1519428" y="4364765"/>
              <a:ext cx="991473" cy="840443"/>
            </a:xfrm>
            <a:prstGeom prst="straightConnector1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E7886435-0096-BC13-1DDD-BC141CBC10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8928" y="2359470"/>
              <a:ext cx="1359020" cy="1320607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44B30E97-A797-7A88-81C0-F1A8C24DD095}"/>
                </a:ext>
              </a:extLst>
            </p:cNvPr>
            <p:cNvCxnSpPr>
              <a:cxnSpLocks/>
            </p:cNvCxnSpPr>
            <p:nvPr/>
          </p:nvCxnSpPr>
          <p:spPr>
            <a:xfrm>
              <a:off x="1622699" y="4108019"/>
              <a:ext cx="479742" cy="0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69776291-E5DC-DF1D-339D-54150A51431E}"/>
                </a:ext>
              </a:extLst>
            </p:cNvPr>
            <p:cNvCxnSpPr>
              <a:cxnSpLocks/>
            </p:cNvCxnSpPr>
            <p:nvPr/>
          </p:nvCxnSpPr>
          <p:spPr>
            <a:xfrm>
              <a:off x="1388003" y="4501674"/>
              <a:ext cx="991473" cy="840443"/>
            </a:xfrm>
            <a:prstGeom prst="straightConnector1">
              <a:avLst/>
            </a:prstGeom>
            <a:ln w="381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CBF9CE9-4496-84BF-D290-012035BDB624}"/>
              </a:ext>
            </a:extLst>
          </p:cNvPr>
          <p:cNvCxnSpPr/>
          <p:nvPr/>
        </p:nvCxnSpPr>
        <p:spPr>
          <a:xfrm>
            <a:off x="6246016" y="5742264"/>
            <a:ext cx="88968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8E78C0B9-E89A-DF33-BDCE-698B4B7511B0}"/>
              </a:ext>
            </a:extLst>
          </p:cNvPr>
          <p:cNvSpPr txBox="1"/>
          <p:nvPr/>
        </p:nvSpPr>
        <p:spPr>
          <a:xfrm>
            <a:off x="7300307" y="6094544"/>
            <a:ext cx="19087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Verbrennung des Kraftstoffs,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-Freisetzung in die Atmosphäre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E3F00F4-5B80-41F6-CE7D-81EC149588C1}"/>
              </a:ext>
            </a:extLst>
          </p:cNvPr>
          <p:cNvSpPr txBox="1"/>
          <p:nvPr/>
        </p:nvSpPr>
        <p:spPr>
          <a:xfrm>
            <a:off x="6237377" y="4450884"/>
            <a:ext cx="1874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Thermische Abfallverwertung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mit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B54B4BE-65D1-18C0-046C-B78D72035D77}"/>
              </a:ext>
            </a:extLst>
          </p:cNvPr>
          <p:cNvSpPr txBox="1"/>
          <p:nvPr/>
        </p:nvSpPr>
        <p:spPr>
          <a:xfrm>
            <a:off x="8212550" y="4447486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Dauerhafte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-Einlagerung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87FC84D-0085-59AE-D9FB-38446E327A13}"/>
              </a:ext>
            </a:extLst>
          </p:cNvPr>
          <p:cNvGrpSpPr/>
          <p:nvPr/>
        </p:nvGrpSpPr>
        <p:grpSpPr>
          <a:xfrm>
            <a:off x="357221" y="2169707"/>
            <a:ext cx="1410185" cy="1258760"/>
            <a:chOff x="357221" y="1598207"/>
            <a:chExt cx="1410185" cy="1258760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31B2B80C-61D5-969D-2147-57796904B6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b="25363"/>
            <a:stretch/>
          </p:blipFill>
          <p:spPr>
            <a:xfrm>
              <a:off x="468561" y="1598207"/>
              <a:ext cx="1050867" cy="761263"/>
            </a:xfrm>
            <a:prstGeom prst="rect">
              <a:avLst/>
            </a:prstGeom>
          </p:spPr>
        </p:pic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B1863FDE-F7E7-DD6E-7BBA-3381478221C0}"/>
                </a:ext>
              </a:extLst>
            </p:cNvPr>
            <p:cNvSpPr txBox="1"/>
            <p:nvPr/>
          </p:nvSpPr>
          <p:spPr>
            <a:xfrm>
              <a:off x="357221" y="2426080"/>
              <a:ext cx="14101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rgbClr val="0070C0"/>
                  </a:solidFill>
                </a:rPr>
                <a:t>CO</a:t>
              </a:r>
              <a:r>
                <a:rPr lang="de-DE" sz="1100" baseline="-25000">
                  <a:solidFill>
                    <a:srgbClr val="0070C0"/>
                  </a:solidFill>
                </a:rPr>
                <a:t>2</a:t>
              </a:r>
              <a:r>
                <a:rPr lang="de-DE" sz="1100">
                  <a:solidFill>
                    <a:srgbClr val="0070C0"/>
                  </a:solidFill>
                </a:rPr>
                <a:t>-Abscheidung aus der Atmosphäre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05110D7-1589-33A3-772D-FC09DE473406}"/>
              </a:ext>
            </a:extLst>
          </p:cNvPr>
          <p:cNvGrpSpPr/>
          <p:nvPr/>
        </p:nvGrpSpPr>
        <p:grpSpPr>
          <a:xfrm>
            <a:off x="357221" y="4701975"/>
            <a:ext cx="1410185" cy="1299967"/>
            <a:chOff x="357221" y="5216325"/>
            <a:chExt cx="1410185" cy="1299967"/>
          </a:xfrm>
        </p:grpSpPr>
        <p:pic>
          <p:nvPicPr>
            <p:cNvPr id="35" name="Grafik 34" descr="Fabrik Silhouette">
              <a:extLst>
                <a:ext uri="{FF2B5EF4-FFF2-40B4-BE49-F238E27FC236}">
                  <a16:creationId xmlns:a16="http://schemas.microsoft.com/office/drawing/2014/main" id="{FCD953DD-76AC-82EE-328B-890EDA382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4164" y="5216325"/>
              <a:ext cx="909684" cy="909684"/>
            </a:xfrm>
            <a:prstGeom prst="rect">
              <a:avLst/>
            </a:prstGeom>
          </p:spPr>
        </p:pic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E27C4205-F77D-DB7D-B914-B8E706B5BB35}"/>
                </a:ext>
              </a:extLst>
            </p:cNvPr>
            <p:cNvSpPr txBox="1"/>
            <p:nvPr/>
          </p:nvSpPr>
          <p:spPr>
            <a:xfrm>
              <a:off x="357221" y="6085405"/>
              <a:ext cx="14101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rgbClr val="0070C0"/>
                  </a:solidFill>
                </a:rPr>
                <a:t>CO</a:t>
              </a:r>
              <a:r>
                <a:rPr lang="de-DE" sz="1100" baseline="-25000">
                  <a:solidFill>
                    <a:srgbClr val="0070C0"/>
                  </a:solidFill>
                </a:rPr>
                <a:t>2</a:t>
              </a:r>
              <a:r>
                <a:rPr lang="de-DE" sz="1100">
                  <a:solidFill>
                    <a:srgbClr val="0070C0"/>
                  </a:solidFill>
                </a:rPr>
                <a:t>-Abscheidung</a:t>
              </a:r>
            </a:p>
            <a:p>
              <a:r>
                <a:rPr lang="de-DE" sz="1100">
                  <a:solidFill>
                    <a:srgbClr val="0070C0"/>
                  </a:solidFill>
                </a:rPr>
                <a:t>z. B. am Zementwerk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85F8EEE5-3342-1CFE-7416-7299D2C17DCA}"/>
              </a:ext>
            </a:extLst>
          </p:cNvPr>
          <p:cNvGrpSpPr/>
          <p:nvPr/>
        </p:nvGrpSpPr>
        <p:grpSpPr>
          <a:xfrm>
            <a:off x="4832225" y="3149289"/>
            <a:ext cx="931360" cy="987735"/>
            <a:chOff x="2338421" y="3018097"/>
            <a:chExt cx="931360" cy="987735"/>
          </a:xfrm>
        </p:grpSpPr>
        <p:sp>
          <p:nvSpPr>
            <p:cNvPr id="70" name="Pfeil: gebogen 69">
              <a:extLst>
                <a:ext uri="{FF2B5EF4-FFF2-40B4-BE49-F238E27FC236}">
                  <a16:creationId xmlns:a16="http://schemas.microsoft.com/office/drawing/2014/main" id="{098F9890-2E12-1A63-8637-09C6C17BD6C7}"/>
                </a:ext>
              </a:extLst>
            </p:cNvPr>
            <p:cNvSpPr/>
            <p:nvPr/>
          </p:nvSpPr>
          <p:spPr>
            <a:xfrm rot="2646089">
              <a:off x="2338421" y="3018097"/>
              <a:ext cx="931360" cy="987735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6391153"/>
                <a:gd name="adj5" fmla="val 125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9D224EA0-0F04-836E-9085-879365A8A1EA}"/>
                </a:ext>
              </a:extLst>
            </p:cNvPr>
            <p:cNvSpPr txBox="1"/>
            <p:nvPr/>
          </p:nvSpPr>
          <p:spPr>
            <a:xfrm>
              <a:off x="2443694" y="3349256"/>
              <a:ext cx="7139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ysClr val="windowText" lastClr="000000"/>
                  </a:solidFill>
                </a:rPr>
                <a:t>Recycling</a:t>
              </a:r>
            </a:p>
          </p:txBody>
        </p: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D2A66A75-537D-A361-3EF2-03A4E15D022A}"/>
              </a:ext>
            </a:extLst>
          </p:cNvPr>
          <p:cNvSpPr txBox="1"/>
          <p:nvPr/>
        </p:nvSpPr>
        <p:spPr>
          <a:xfrm>
            <a:off x="308947" y="894775"/>
            <a:ext cx="138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-Quelle: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3E64F9B-E5DC-61BB-5E85-FD741C597CA8}"/>
              </a:ext>
            </a:extLst>
          </p:cNvPr>
          <p:cNvSpPr txBox="1"/>
          <p:nvPr/>
        </p:nvSpPr>
        <p:spPr>
          <a:xfrm>
            <a:off x="4693687" y="904081"/>
            <a:ext cx="1430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Verwendung: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78AD80D-DF62-166D-CC46-7CCE67058F7D}"/>
              </a:ext>
            </a:extLst>
          </p:cNvPr>
          <p:cNvSpPr txBox="1"/>
          <p:nvPr/>
        </p:nvSpPr>
        <p:spPr>
          <a:xfrm>
            <a:off x="7438630" y="904081"/>
            <a:ext cx="2367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Verbleib des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: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6ACBE80-235D-6F4E-C2C0-E820A88CEC72}"/>
              </a:ext>
            </a:extLst>
          </p:cNvPr>
          <p:cNvSpPr txBox="1"/>
          <p:nvPr/>
        </p:nvSpPr>
        <p:spPr>
          <a:xfrm>
            <a:off x="10288513" y="4116690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neutral</a:t>
            </a:r>
          </a:p>
        </p:txBody>
      </p:sp>
    </p:spTree>
    <p:extLst>
      <p:ext uri="{BB962C8B-B14F-4D97-AF65-F5344CB8AC3E}">
        <p14:creationId xmlns:p14="http://schemas.microsoft.com/office/powerpoint/2010/main" val="1107277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feil: nach unten 29">
            <a:extLst>
              <a:ext uri="{FF2B5EF4-FFF2-40B4-BE49-F238E27FC236}">
                <a16:creationId xmlns:a16="http://schemas.microsoft.com/office/drawing/2014/main" id="{BDE4BA63-14FE-5B1C-410B-ECC04A3D3FD5}"/>
              </a:ext>
            </a:extLst>
          </p:cNvPr>
          <p:cNvSpPr/>
          <p:nvPr/>
        </p:nvSpPr>
        <p:spPr>
          <a:xfrm rot="10800000">
            <a:off x="691223" y="4539647"/>
            <a:ext cx="619777" cy="663611"/>
          </a:xfrm>
          <a:prstGeom prst="downArrow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237B00B4-2020-8C8E-5E9D-4D1B0BEA6FF7}"/>
              </a:ext>
            </a:extLst>
          </p:cNvPr>
          <p:cNvSpPr/>
          <p:nvPr/>
        </p:nvSpPr>
        <p:spPr>
          <a:xfrm>
            <a:off x="682206" y="2946756"/>
            <a:ext cx="597659" cy="564571"/>
          </a:xfrm>
          <a:prstGeom prst="downArrow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9EDE2B1-E5CD-2272-DA70-53DBDF06C58B}"/>
              </a:ext>
            </a:extLst>
          </p:cNvPr>
          <p:cNvSpPr txBox="1"/>
          <p:nvPr/>
        </p:nvSpPr>
        <p:spPr>
          <a:xfrm>
            <a:off x="710382" y="3888261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CO</a:t>
            </a:r>
            <a:r>
              <a:rPr lang="de-DE" baseline="-25000"/>
              <a:t>2</a:t>
            </a:r>
          </a:p>
        </p:txBody>
      </p:sp>
      <p:pic>
        <p:nvPicPr>
          <p:cNvPr id="35" name="Grafik 34" descr="Fabrik Silhouette">
            <a:extLst>
              <a:ext uri="{FF2B5EF4-FFF2-40B4-BE49-F238E27FC236}">
                <a16:creationId xmlns:a16="http://schemas.microsoft.com/office/drawing/2014/main" id="{FCD953DD-76AC-82EE-328B-890EDA382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164" y="5216325"/>
            <a:ext cx="909684" cy="90968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EE2338C-19B3-3A56-42BA-DF09D02673ED}"/>
              </a:ext>
            </a:extLst>
          </p:cNvPr>
          <p:cNvSpPr txBox="1"/>
          <p:nvPr/>
        </p:nvSpPr>
        <p:spPr>
          <a:xfrm>
            <a:off x="131106" y="293995"/>
            <a:ext cx="10566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2: Beispielhafte CCU-Pfade (interaktiv für Homepage - Start)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1B2B80C-61D5-969D-2147-57796904B65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5363"/>
          <a:stretch/>
        </p:blipFill>
        <p:spPr>
          <a:xfrm>
            <a:off x="468561" y="1598207"/>
            <a:ext cx="1050867" cy="761263"/>
          </a:xfrm>
          <a:prstGeom prst="rect">
            <a:avLst/>
          </a:prstGeom>
        </p:spPr>
      </p:pic>
      <p:sp>
        <p:nvSpPr>
          <p:cNvPr id="41" name="Textfeld 40">
            <a:extLst>
              <a:ext uri="{FF2B5EF4-FFF2-40B4-BE49-F238E27FC236}">
                <a16:creationId xmlns:a16="http://schemas.microsoft.com/office/drawing/2014/main" id="{CBA0CBE1-DF56-6AE2-32A5-FADF0211AB25}"/>
              </a:ext>
            </a:extLst>
          </p:cNvPr>
          <p:cNvSpPr txBox="1"/>
          <p:nvPr/>
        </p:nvSpPr>
        <p:spPr>
          <a:xfrm>
            <a:off x="302084" y="884033"/>
            <a:ext cx="2001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Wählen Sie eine CO</a:t>
            </a:r>
            <a:r>
              <a:rPr lang="de-DE" baseline="-25000">
                <a:solidFill>
                  <a:srgbClr val="0070C0"/>
                </a:solidFill>
              </a:rPr>
              <a:t>2</a:t>
            </a:r>
            <a:r>
              <a:rPr lang="de-DE">
                <a:solidFill>
                  <a:srgbClr val="0070C0"/>
                </a:solidFill>
              </a:rPr>
              <a:t>-Quelle: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1863FDE-F7E7-DD6E-7BBA-3381478221C0}"/>
              </a:ext>
            </a:extLst>
          </p:cNvPr>
          <p:cNvSpPr txBox="1"/>
          <p:nvPr/>
        </p:nvSpPr>
        <p:spPr>
          <a:xfrm>
            <a:off x="357221" y="2426080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 aus der Atmosphäre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27C4205-F77D-DB7D-B914-B8E706B5BB35}"/>
              </a:ext>
            </a:extLst>
          </p:cNvPr>
          <p:cNvSpPr txBox="1"/>
          <p:nvPr/>
        </p:nvSpPr>
        <p:spPr>
          <a:xfrm>
            <a:off x="357221" y="6085405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  <a:p>
            <a:r>
              <a:rPr lang="de-DE" sz="1100">
                <a:solidFill>
                  <a:srgbClr val="0070C0"/>
                </a:solidFill>
              </a:rPr>
              <a:t>z. B. am Zementwerk</a:t>
            </a:r>
          </a:p>
        </p:txBody>
      </p:sp>
    </p:spTree>
    <p:extLst>
      <p:ext uri="{BB962C8B-B14F-4D97-AF65-F5344CB8AC3E}">
        <p14:creationId xmlns:p14="http://schemas.microsoft.com/office/powerpoint/2010/main" val="598326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D6E65B-DE51-1AE8-FD49-F3122F78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569" y="1538284"/>
            <a:ext cx="1050868" cy="105086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59E378C-440C-98F4-88C3-1D8AA8F4C29A}"/>
              </a:ext>
            </a:extLst>
          </p:cNvPr>
          <p:cNvSpPr txBox="1"/>
          <p:nvPr/>
        </p:nvSpPr>
        <p:spPr>
          <a:xfrm>
            <a:off x="3242721" y="2699781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Langlebige Produkte,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z. B. Baumaterialien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33BDFB-7AD3-29A0-9936-539FBD9B9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57055" y="5216326"/>
            <a:ext cx="1177711" cy="8159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B976307-D2EC-B7B0-C55D-FD47C5B347C0}"/>
              </a:ext>
            </a:extLst>
          </p:cNvPr>
          <p:cNvGrpSpPr/>
          <p:nvPr/>
        </p:nvGrpSpPr>
        <p:grpSpPr>
          <a:xfrm>
            <a:off x="6155757" y="3715884"/>
            <a:ext cx="812962" cy="833008"/>
            <a:chOff x="2975768" y="2648845"/>
            <a:chExt cx="812962" cy="833008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5C2AF78-AAC5-B186-D64E-3A1813026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91563F-3223-E7EA-2B61-43D717167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7D6D7A1E-DBC8-E3B0-31D2-A846051BDADE}"/>
              </a:ext>
            </a:extLst>
          </p:cNvPr>
          <p:cNvSpPr txBox="1"/>
          <p:nvPr/>
        </p:nvSpPr>
        <p:spPr>
          <a:xfrm>
            <a:off x="4046597" y="3790861"/>
            <a:ext cx="14101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[Icon thermische Abfallverwertung mit Abscheidung]</a:t>
            </a:r>
          </a:p>
        </p:txBody>
      </p:sp>
      <p:pic>
        <p:nvPicPr>
          <p:cNvPr id="16" name="Grafik 15" descr="Flugzeug mit einfarbiger Füllung">
            <a:extLst>
              <a:ext uri="{FF2B5EF4-FFF2-40B4-BE49-F238E27FC236}">
                <a16:creationId xmlns:a16="http://schemas.microsoft.com/office/drawing/2014/main" id="{93395C2C-77EB-1180-7D7E-F76D6295C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2050">
            <a:off x="5303210" y="5351970"/>
            <a:ext cx="657145" cy="65714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D5C406F-9AE3-9507-5A12-65906DE67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831" y="5216325"/>
            <a:ext cx="597659" cy="65791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19C1C7F-F334-2916-28B0-A831C671A050}"/>
              </a:ext>
            </a:extLst>
          </p:cNvPr>
          <p:cNvSpPr txBox="1"/>
          <p:nvPr/>
        </p:nvSpPr>
        <p:spPr>
          <a:xfrm>
            <a:off x="2915926" y="6097353"/>
            <a:ext cx="781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e-</a:t>
            </a:r>
            <a:r>
              <a:rPr lang="de-DE" sz="1100" err="1">
                <a:solidFill>
                  <a:srgbClr val="0070C0"/>
                </a:solidFill>
              </a:rPr>
              <a:t>Fuels</a:t>
            </a:r>
            <a:endParaRPr lang="de-DE" sz="1100">
              <a:solidFill>
                <a:srgbClr val="0070C0"/>
              </a:solidFill>
            </a:endParaRPr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237B00B4-2020-8C8E-5E9D-4D1B0BEA6FF7}"/>
              </a:ext>
            </a:extLst>
          </p:cNvPr>
          <p:cNvSpPr/>
          <p:nvPr/>
        </p:nvSpPr>
        <p:spPr>
          <a:xfrm>
            <a:off x="682206" y="2946756"/>
            <a:ext cx="597659" cy="564571"/>
          </a:xfrm>
          <a:prstGeom prst="downArrow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9EDE2B1-E5CD-2272-DA70-53DBDF06C58B}"/>
              </a:ext>
            </a:extLst>
          </p:cNvPr>
          <p:cNvSpPr txBox="1"/>
          <p:nvPr/>
        </p:nvSpPr>
        <p:spPr>
          <a:xfrm>
            <a:off x="710382" y="3888261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CO</a:t>
            </a:r>
            <a:r>
              <a:rPr lang="de-DE" baseline="-25000"/>
              <a:t>2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4746530-E527-A607-127C-03FC5CBD7320}"/>
              </a:ext>
            </a:extLst>
          </p:cNvPr>
          <p:cNvCxnSpPr>
            <a:cxnSpLocks/>
          </p:cNvCxnSpPr>
          <p:nvPr/>
        </p:nvCxnSpPr>
        <p:spPr>
          <a:xfrm>
            <a:off x="1622699" y="3965232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527A86F-9846-927C-A802-C2C424AA9165}"/>
              </a:ext>
            </a:extLst>
          </p:cNvPr>
          <p:cNvCxnSpPr>
            <a:cxnSpLocks/>
          </p:cNvCxnSpPr>
          <p:nvPr/>
        </p:nvCxnSpPr>
        <p:spPr>
          <a:xfrm flipV="1">
            <a:off x="1571569" y="2210540"/>
            <a:ext cx="1344357" cy="1300787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DC6A933-D764-678F-A597-399E2A5584EF}"/>
              </a:ext>
            </a:extLst>
          </p:cNvPr>
          <p:cNvCxnSpPr>
            <a:cxnSpLocks/>
          </p:cNvCxnSpPr>
          <p:nvPr/>
        </p:nvCxnSpPr>
        <p:spPr>
          <a:xfrm>
            <a:off x="1519428" y="4364765"/>
            <a:ext cx="991473" cy="840443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5C2E868-6E31-5D29-6B7E-D68AD3D56CF8}"/>
              </a:ext>
            </a:extLst>
          </p:cNvPr>
          <p:cNvCxnSpPr/>
          <p:nvPr/>
        </p:nvCxnSpPr>
        <p:spPr>
          <a:xfrm>
            <a:off x="4112416" y="5582081"/>
            <a:ext cx="88968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E2338C-19B3-3A56-42BA-DF09D02673ED}"/>
              </a:ext>
            </a:extLst>
          </p:cNvPr>
          <p:cNvSpPr txBox="1"/>
          <p:nvPr/>
        </p:nvSpPr>
        <p:spPr>
          <a:xfrm>
            <a:off x="-1213" y="335993"/>
            <a:ext cx="11542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2: Beispielhafte CCU-Pfade (interaktiv für Homepage – </a:t>
            </a:r>
            <a:r>
              <a:rPr lang="de-DE" sz="2400">
                <a:solidFill>
                  <a:schemeClr val="accent1">
                    <a:lumMod val="40000"/>
                    <a:lumOff val="60000"/>
                  </a:schemeClr>
                </a:solidFill>
              </a:rPr>
              <a:t>Auswahl Atmosphäre</a:t>
            </a:r>
            <a:r>
              <a:rPr lang="de-DE" sz="2400"/>
              <a:t>)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1B2B80C-61D5-969D-2147-57796904B65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25363"/>
          <a:stretch/>
        </p:blipFill>
        <p:spPr>
          <a:xfrm>
            <a:off x="468561" y="1598207"/>
            <a:ext cx="1050867" cy="761263"/>
          </a:xfrm>
          <a:prstGeom prst="rect">
            <a:avLst/>
          </a:prstGeom>
        </p:spPr>
      </p:pic>
      <p:sp>
        <p:nvSpPr>
          <p:cNvPr id="27" name="Rechteck 26">
            <a:extLst>
              <a:ext uri="{FF2B5EF4-FFF2-40B4-BE49-F238E27FC236}">
                <a16:creationId xmlns:a16="http://schemas.microsoft.com/office/drawing/2014/main" id="{EABACFF0-933E-5C90-67CA-744CE4711F81}"/>
              </a:ext>
            </a:extLst>
          </p:cNvPr>
          <p:cNvSpPr/>
          <p:nvPr/>
        </p:nvSpPr>
        <p:spPr>
          <a:xfrm>
            <a:off x="7398051" y="1687054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AED8F83-5743-AD41-E7B7-5A5B7B1FA501}"/>
              </a:ext>
            </a:extLst>
          </p:cNvPr>
          <p:cNvSpPr/>
          <p:nvPr/>
        </p:nvSpPr>
        <p:spPr>
          <a:xfrm>
            <a:off x="7398051" y="3720323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F1D3BE8-EE7B-DED3-341E-9E1581E789B3}"/>
              </a:ext>
            </a:extLst>
          </p:cNvPr>
          <p:cNvSpPr/>
          <p:nvPr/>
        </p:nvSpPr>
        <p:spPr>
          <a:xfrm>
            <a:off x="7398051" y="5198172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A0CBE1-DF56-6AE2-32A5-FADF0211AB25}"/>
              </a:ext>
            </a:extLst>
          </p:cNvPr>
          <p:cNvSpPr txBox="1"/>
          <p:nvPr/>
        </p:nvSpPr>
        <p:spPr>
          <a:xfrm>
            <a:off x="7171838" y="899306"/>
            <a:ext cx="333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Bilanz des Pfads: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4176A98-4F9B-8E28-0B90-719A1232D3E2}"/>
              </a:ext>
            </a:extLst>
          </p:cNvPr>
          <p:cNvSpPr txBox="1"/>
          <p:nvPr/>
        </p:nvSpPr>
        <p:spPr>
          <a:xfrm>
            <a:off x="7352936" y="3703470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F628658-CB3B-84FC-8EF1-9BBCE9231D67}"/>
              </a:ext>
            </a:extLst>
          </p:cNvPr>
          <p:cNvSpPr txBox="1"/>
          <p:nvPr/>
        </p:nvSpPr>
        <p:spPr>
          <a:xfrm>
            <a:off x="7352936" y="1664724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9625914-EAB9-5034-58C5-A0ED18D6F583}"/>
              </a:ext>
            </a:extLst>
          </p:cNvPr>
          <p:cNvSpPr txBox="1"/>
          <p:nvPr/>
        </p:nvSpPr>
        <p:spPr>
          <a:xfrm>
            <a:off x="7352936" y="517613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pic>
        <p:nvPicPr>
          <p:cNvPr id="53" name="Grafik 52" descr="Wasserflasche mit einfarbiger Füllung">
            <a:extLst>
              <a:ext uri="{FF2B5EF4-FFF2-40B4-BE49-F238E27FC236}">
                <a16:creationId xmlns:a16="http://schemas.microsoft.com/office/drawing/2014/main" id="{59C728C5-6298-CD4F-8164-74BC63E170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13831" y="3790861"/>
            <a:ext cx="584117" cy="584117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072EEA13-8B84-1398-0465-E355B90E6F03}"/>
              </a:ext>
            </a:extLst>
          </p:cNvPr>
          <p:cNvSpPr txBox="1"/>
          <p:nvPr/>
        </p:nvSpPr>
        <p:spPr>
          <a:xfrm>
            <a:off x="2303994" y="4447487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Kurzlebige Produkte,</a:t>
            </a:r>
          </a:p>
          <a:p>
            <a:r>
              <a:rPr lang="de-DE" sz="1100">
                <a:solidFill>
                  <a:srgbClr val="0070C0"/>
                </a:solidFill>
              </a:rPr>
              <a:t>z. B. aus Kunststoff</a:t>
            </a:r>
          </a:p>
        </p:txBody>
      </p: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3B374FA8-9030-A71C-4BD6-A63EBB6D1121}"/>
              </a:ext>
            </a:extLst>
          </p:cNvPr>
          <p:cNvCxnSpPr>
            <a:cxnSpLocks/>
          </p:cNvCxnSpPr>
          <p:nvPr/>
        </p:nvCxnSpPr>
        <p:spPr>
          <a:xfrm>
            <a:off x="3355024" y="4013510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C19FF4CE-07FC-AD57-02F8-1402FCFB1791}"/>
              </a:ext>
            </a:extLst>
          </p:cNvPr>
          <p:cNvCxnSpPr>
            <a:cxnSpLocks/>
          </p:cNvCxnSpPr>
          <p:nvPr/>
        </p:nvCxnSpPr>
        <p:spPr>
          <a:xfrm>
            <a:off x="5557299" y="4037845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8E78C0B9-E89A-DF33-BDCE-698B4B7511B0}"/>
              </a:ext>
            </a:extLst>
          </p:cNvPr>
          <p:cNvSpPr txBox="1"/>
          <p:nvPr/>
        </p:nvSpPr>
        <p:spPr>
          <a:xfrm>
            <a:off x="5166707" y="6094544"/>
            <a:ext cx="19087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Verbrennung des Kraftstoffs,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-Freisetzung in die Atmosphäre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E3F00F4-5B80-41F6-CE7D-81EC149588C1}"/>
              </a:ext>
            </a:extLst>
          </p:cNvPr>
          <p:cNvSpPr txBox="1"/>
          <p:nvPr/>
        </p:nvSpPr>
        <p:spPr>
          <a:xfrm>
            <a:off x="3789452" y="4450884"/>
            <a:ext cx="1874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Thermische Abfallverwertung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mit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B54B4BE-65D1-18C0-046C-B78D72035D77}"/>
              </a:ext>
            </a:extLst>
          </p:cNvPr>
          <p:cNvSpPr txBox="1"/>
          <p:nvPr/>
        </p:nvSpPr>
        <p:spPr>
          <a:xfrm>
            <a:off x="6078950" y="4447486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Dauerhafte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-Einlagerung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1863FDE-F7E7-DD6E-7BBA-3381478221C0}"/>
              </a:ext>
            </a:extLst>
          </p:cNvPr>
          <p:cNvSpPr txBox="1"/>
          <p:nvPr/>
        </p:nvSpPr>
        <p:spPr>
          <a:xfrm>
            <a:off x="357221" y="2426080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 aus der Atmosphäre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25E0A58-D9AB-CA6A-32E6-E5AACE7DFBFE}"/>
              </a:ext>
            </a:extLst>
          </p:cNvPr>
          <p:cNvGrpSpPr/>
          <p:nvPr/>
        </p:nvGrpSpPr>
        <p:grpSpPr>
          <a:xfrm>
            <a:off x="2355725" y="3149289"/>
            <a:ext cx="931360" cy="987735"/>
            <a:chOff x="2338421" y="3018097"/>
            <a:chExt cx="931360" cy="987735"/>
          </a:xfrm>
        </p:grpSpPr>
        <p:sp>
          <p:nvSpPr>
            <p:cNvPr id="9" name="Pfeil: gebogen 8">
              <a:extLst>
                <a:ext uri="{FF2B5EF4-FFF2-40B4-BE49-F238E27FC236}">
                  <a16:creationId xmlns:a16="http://schemas.microsoft.com/office/drawing/2014/main" id="{6EB07676-E2C8-FD10-3F59-4D8B17775BF8}"/>
                </a:ext>
              </a:extLst>
            </p:cNvPr>
            <p:cNvSpPr/>
            <p:nvPr/>
          </p:nvSpPr>
          <p:spPr>
            <a:xfrm rot="2646089">
              <a:off x="2338421" y="3018097"/>
              <a:ext cx="931360" cy="987735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6391153"/>
                <a:gd name="adj5" fmla="val 125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301B90CE-D03B-0147-5B35-663242E0F44B}"/>
                </a:ext>
              </a:extLst>
            </p:cNvPr>
            <p:cNvSpPr txBox="1"/>
            <p:nvPr/>
          </p:nvSpPr>
          <p:spPr>
            <a:xfrm>
              <a:off x="2443694" y="3349256"/>
              <a:ext cx="7139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ysClr val="windowText" lastClr="000000"/>
                  </a:solidFill>
                </a:rPr>
                <a:t>Recycling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261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D6E65B-DE51-1AE8-FD49-F3122F786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569" y="1538284"/>
            <a:ext cx="1050868" cy="105086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59E378C-440C-98F4-88C3-1D8AA8F4C29A}"/>
              </a:ext>
            </a:extLst>
          </p:cNvPr>
          <p:cNvSpPr txBox="1"/>
          <p:nvPr/>
        </p:nvSpPr>
        <p:spPr>
          <a:xfrm>
            <a:off x="3242721" y="2699781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Langlebige Produkte,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z. B. Baumaterialien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33BDFB-7AD3-29A0-9936-539FBD9B91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57055" y="5216326"/>
            <a:ext cx="1177711" cy="8159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B976307-D2EC-B7B0-C55D-FD47C5B347C0}"/>
              </a:ext>
            </a:extLst>
          </p:cNvPr>
          <p:cNvGrpSpPr/>
          <p:nvPr/>
        </p:nvGrpSpPr>
        <p:grpSpPr>
          <a:xfrm>
            <a:off x="6155757" y="3715884"/>
            <a:ext cx="812962" cy="833008"/>
            <a:chOff x="2975768" y="2648845"/>
            <a:chExt cx="812962" cy="833008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5C2AF78-AAC5-B186-D64E-3A1813026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91563F-3223-E7EA-2B61-43D717167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7D6D7A1E-DBC8-E3B0-31D2-A846051BDADE}"/>
              </a:ext>
            </a:extLst>
          </p:cNvPr>
          <p:cNvSpPr txBox="1"/>
          <p:nvPr/>
        </p:nvSpPr>
        <p:spPr>
          <a:xfrm>
            <a:off x="4046597" y="3790861"/>
            <a:ext cx="14101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[Icon thermische Abfallverwertung mit Abscheidung]</a:t>
            </a:r>
          </a:p>
        </p:txBody>
      </p:sp>
      <p:pic>
        <p:nvPicPr>
          <p:cNvPr id="16" name="Grafik 15" descr="Flugzeug mit einfarbiger Füllung">
            <a:extLst>
              <a:ext uri="{FF2B5EF4-FFF2-40B4-BE49-F238E27FC236}">
                <a16:creationId xmlns:a16="http://schemas.microsoft.com/office/drawing/2014/main" id="{93395C2C-77EB-1180-7D7E-F76D6295CD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852050">
            <a:off x="5303210" y="5351970"/>
            <a:ext cx="657145" cy="65714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D5C406F-9AE3-9507-5A12-65906DE67D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831" y="5216325"/>
            <a:ext cx="597659" cy="65791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19C1C7F-F334-2916-28B0-A831C671A050}"/>
              </a:ext>
            </a:extLst>
          </p:cNvPr>
          <p:cNvSpPr txBox="1"/>
          <p:nvPr/>
        </p:nvSpPr>
        <p:spPr>
          <a:xfrm>
            <a:off x="2915926" y="6097353"/>
            <a:ext cx="781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e-</a:t>
            </a:r>
            <a:r>
              <a:rPr lang="de-DE" sz="1100" err="1">
                <a:solidFill>
                  <a:srgbClr val="0070C0"/>
                </a:solidFill>
              </a:rPr>
              <a:t>Fuels</a:t>
            </a:r>
            <a:endParaRPr lang="de-DE" sz="1100">
              <a:solidFill>
                <a:srgbClr val="0070C0"/>
              </a:solidFill>
            </a:endParaRPr>
          </a:p>
        </p:txBody>
      </p:sp>
      <p:sp>
        <p:nvSpPr>
          <p:cNvPr id="30" name="Pfeil: nach unten 29">
            <a:extLst>
              <a:ext uri="{FF2B5EF4-FFF2-40B4-BE49-F238E27FC236}">
                <a16:creationId xmlns:a16="http://schemas.microsoft.com/office/drawing/2014/main" id="{BDE4BA63-14FE-5B1C-410B-ECC04A3D3FD5}"/>
              </a:ext>
            </a:extLst>
          </p:cNvPr>
          <p:cNvSpPr/>
          <p:nvPr/>
        </p:nvSpPr>
        <p:spPr>
          <a:xfrm rot="10800000">
            <a:off x="691223" y="4539647"/>
            <a:ext cx="619777" cy="663611"/>
          </a:xfrm>
          <a:prstGeom prst="downArrow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9EDE2B1-E5CD-2272-DA70-53DBDF06C58B}"/>
              </a:ext>
            </a:extLst>
          </p:cNvPr>
          <p:cNvSpPr txBox="1"/>
          <p:nvPr/>
        </p:nvSpPr>
        <p:spPr>
          <a:xfrm>
            <a:off x="710382" y="3888261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CO</a:t>
            </a:r>
            <a:r>
              <a:rPr lang="de-DE" baseline="-25000"/>
              <a:t>2</a:t>
            </a:r>
          </a:p>
        </p:txBody>
      </p:sp>
      <p:pic>
        <p:nvPicPr>
          <p:cNvPr id="35" name="Grafik 34" descr="Fabrik Silhouette">
            <a:extLst>
              <a:ext uri="{FF2B5EF4-FFF2-40B4-BE49-F238E27FC236}">
                <a16:creationId xmlns:a16="http://schemas.microsoft.com/office/drawing/2014/main" id="{FCD953DD-76AC-82EE-328B-890EDA3829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4164" y="5216325"/>
            <a:ext cx="909684" cy="909684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EE2338C-19B3-3A56-42BA-DF09D02673ED}"/>
              </a:ext>
            </a:extLst>
          </p:cNvPr>
          <p:cNvSpPr txBox="1"/>
          <p:nvPr/>
        </p:nvSpPr>
        <p:spPr>
          <a:xfrm>
            <a:off x="0" y="347405"/>
            <a:ext cx="1080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2: Beispielhafte CCU-Pfade (interaktiv für Homepage – </a:t>
            </a:r>
            <a:r>
              <a:rPr lang="de-DE" sz="2400">
                <a:solidFill>
                  <a:schemeClr val="accent2">
                    <a:lumMod val="75000"/>
                  </a:schemeClr>
                </a:solidFill>
              </a:rPr>
              <a:t>Auswahl Zementwerk</a:t>
            </a:r>
            <a:r>
              <a:rPr lang="de-DE" sz="2400"/>
              <a:t>)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E7886435-0096-BC13-1DDD-BC141CBC109E}"/>
              </a:ext>
            </a:extLst>
          </p:cNvPr>
          <p:cNvCxnSpPr>
            <a:cxnSpLocks/>
          </p:cNvCxnSpPr>
          <p:nvPr/>
        </p:nvCxnSpPr>
        <p:spPr>
          <a:xfrm flipV="1">
            <a:off x="1738928" y="2416498"/>
            <a:ext cx="1359020" cy="126357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E4799649-39DD-3865-2322-0632CB845F08}"/>
              </a:ext>
            </a:extLst>
          </p:cNvPr>
          <p:cNvSpPr/>
          <p:nvPr/>
        </p:nvSpPr>
        <p:spPr>
          <a:xfrm>
            <a:off x="7398050" y="2106519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C9B4A7D-F8F9-8B1A-722C-31C07049C5EC}"/>
              </a:ext>
            </a:extLst>
          </p:cNvPr>
          <p:cNvSpPr/>
          <p:nvPr/>
        </p:nvSpPr>
        <p:spPr>
          <a:xfrm>
            <a:off x="7398050" y="4139788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E520D0E-BFE8-55EB-AF82-688952983B2E}"/>
              </a:ext>
            </a:extLst>
          </p:cNvPr>
          <p:cNvSpPr/>
          <p:nvPr/>
        </p:nvSpPr>
        <p:spPr>
          <a:xfrm>
            <a:off x="7398050" y="5617637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A0CBE1-DF56-6AE2-32A5-FADF0211AB25}"/>
              </a:ext>
            </a:extLst>
          </p:cNvPr>
          <p:cNvSpPr txBox="1"/>
          <p:nvPr/>
        </p:nvSpPr>
        <p:spPr>
          <a:xfrm>
            <a:off x="7171838" y="899306"/>
            <a:ext cx="333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Bilanz des Pfads: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6BFCA77-DDE7-0979-C864-9C880785C4FB}"/>
              </a:ext>
            </a:extLst>
          </p:cNvPr>
          <p:cNvSpPr txBox="1"/>
          <p:nvPr/>
        </p:nvSpPr>
        <p:spPr>
          <a:xfrm>
            <a:off x="7398050" y="207794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9B44C77-418F-1990-5536-DC8023A6151F}"/>
              </a:ext>
            </a:extLst>
          </p:cNvPr>
          <p:cNvSpPr txBox="1"/>
          <p:nvPr/>
        </p:nvSpPr>
        <p:spPr>
          <a:xfrm>
            <a:off x="7398050" y="4124978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ACA6E27-5874-0922-7A73-68369143586A}"/>
              </a:ext>
            </a:extLst>
          </p:cNvPr>
          <p:cNvSpPr txBox="1"/>
          <p:nvPr/>
        </p:nvSpPr>
        <p:spPr>
          <a:xfrm>
            <a:off x="7384348" y="5599837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rgbClr val="FF0000"/>
                </a:solidFill>
              </a:rPr>
              <a:t>Emission</a:t>
            </a:r>
          </a:p>
        </p:txBody>
      </p:sp>
      <p:pic>
        <p:nvPicPr>
          <p:cNvPr id="53" name="Grafik 52" descr="Wasserflasche mit einfarbiger Füllung">
            <a:extLst>
              <a:ext uri="{FF2B5EF4-FFF2-40B4-BE49-F238E27FC236}">
                <a16:creationId xmlns:a16="http://schemas.microsoft.com/office/drawing/2014/main" id="{59C728C5-6298-CD4F-8164-74BC63E170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13831" y="3790861"/>
            <a:ext cx="584117" cy="584117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072EEA13-8B84-1398-0465-E355B90E6F03}"/>
              </a:ext>
            </a:extLst>
          </p:cNvPr>
          <p:cNvSpPr txBox="1"/>
          <p:nvPr/>
        </p:nvSpPr>
        <p:spPr>
          <a:xfrm>
            <a:off x="2303994" y="4447487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Kurzlebige Produkte,</a:t>
            </a:r>
          </a:p>
          <a:p>
            <a:r>
              <a:rPr lang="de-DE" sz="1100">
                <a:solidFill>
                  <a:srgbClr val="0070C0"/>
                </a:solidFill>
              </a:rPr>
              <a:t>z. B. aus Kunststoff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4B30E97-A797-7A88-81C0-F1A8C24DD095}"/>
              </a:ext>
            </a:extLst>
          </p:cNvPr>
          <p:cNvCxnSpPr>
            <a:cxnSpLocks/>
          </p:cNvCxnSpPr>
          <p:nvPr/>
        </p:nvCxnSpPr>
        <p:spPr>
          <a:xfrm>
            <a:off x="1622699" y="4108019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05B56D1C-B962-9073-60F3-54BA2DE06F4C}"/>
              </a:ext>
            </a:extLst>
          </p:cNvPr>
          <p:cNvCxnSpPr>
            <a:cxnSpLocks/>
          </p:cNvCxnSpPr>
          <p:nvPr/>
        </p:nvCxnSpPr>
        <p:spPr>
          <a:xfrm>
            <a:off x="3355024" y="4156297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D6D107E-C5E0-9AF5-539F-20615A48FFE6}"/>
              </a:ext>
            </a:extLst>
          </p:cNvPr>
          <p:cNvCxnSpPr>
            <a:cxnSpLocks/>
          </p:cNvCxnSpPr>
          <p:nvPr/>
        </p:nvCxnSpPr>
        <p:spPr>
          <a:xfrm>
            <a:off x="5557299" y="4180632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69776291-E5DC-DF1D-339D-54150A51431E}"/>
              </a:ext>
            </a:extLst>
          </p:cNvPr>
          <p:cNvCxnSpPr>
            <a:cxnSpLocks/>
          </p:cNvCxnSpPr>
          <p:nvPr/>
        </p:nvCxnSpPr>
        <p:spPr>
          <a:xfrm>
            <a:off x="1388003" y="4501674"/>
            <a:ext cx="991473" cy="84044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CBF9CE9-4496-84BF-D290-012035BDB624}"/>
              </a:ext>
            </a:extLst>
          </p:cNvPr>
          <p:cNvCxnSpPr/>
          <p:nvPr/>
        </p:nvCxnSpPr>
        <p:spPr>
          <a:xfrm>
            <a:off x="4112416" y="5742264"/>
            <a:ext cx="88968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8E78C0B9-E89A-DF33-BDCE-698B4B7511B0}"/>
              </a:ext>
            </a:extLst>
          </p:cNvPr>
          <p:cNvSpPr txBox="1"/>
          <p:nvPr/>
        </p:nvSpPr>
        <p:spPr>
          <a:xfrm>
            <a:off x="5166707" y="6094544"/>
            <a:ext cx="19087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Verbrennung des Kraftstoffs,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-Freisetzung in die Atmosphäre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E3F00F4-5B80-41F6-CE7D-81EC149588C1}"/>
              </a:ext>
            </a:extLst>
          </p:cNvPr>
          <p:cNvSpPr txBox="1"/>
          <p:nvPr/>
        </p:nvSpPr>
        <p:spPr>
          <a:xfrm>
            <a:off x="3789452" y="4450884"/>
            <a:ext cx="1874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Thermische Abfallverwertung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mit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B54B4BE-65D1-18C0-046C-B78D72035D77}"/>
              </a:ext>
            </a:extLst>
          </p:cNvPr>
          <p:cNvSpPr txBox="1"/>
          <p:nvPr/>
        </p:nvSpPr>
        <p:spPr>
          <a:xfrm>
            <a:off x="6078950" y="4447486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Dauerhafte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-Einlagerung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27C4205-F77D-DB7D-B914-B8E706B5BB35}"/>
              </a:ext>
            </a:extLst>
          </p:cNvPr>
          <p:cNvSpPr txBox="1"/>
          <p:nvPr/>
        </p:nvSpPr>
        <p:spPr>
          <a:xfrm>
            <a:off x="357221" y="6085405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  <a:p>
            <a:r>
              <a:rPr lang="de-DE" sz="1100">
                <a:solidFill>
                  <a:srgbClr val="0070C0"/>
                </a:solidFill>
              </a:rPr>
              <a:t>z. B. am Zementwerk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A464F4E-2A19-EB1B-7A72-131C04D5AF23}"/>
              </a:ext>
            </a:extLst>
          </p:cNvPr>
          <p:cNvGrpSpPr/>
          <p:nvPr/>
        </p:nvGrpSpPr>
        <p:grpSpPr>
          <a:xfrm>
            <a:off x="2355725" y="3149289"/>
            <a:ext cx="931360" cy="987735"/>
            <a:chOff x="2338421" y="3018097"/>
            <a:chExt cx="931360" cy="987735"/>
          </a:xfrm>
        </p:grpSpPr>
        <p:sp>
          <p:nvSpPr>
            <p:cNvPr id="9" name="Pfeil: gebogen 8">
              <a:extLst>
                <a:ext uri="{FF2B5EF4-FFF2-40B4-BE49-F238E27FC236}">
                  <a16:creationId xmlns:a16="http://schemas.microsoft.com/office/drawing/2014/main" id="{7270FE2A-6C36-0D32-2B6E-28F87322FEDF}"/>
                </a:ext>
              </a:extLst>
            </p:cNvPr>
            <p:cNvSpPr/>
            <p:nvPr/>
          </p:nvSpPr>
          <p:spPr>
            <a:xfrm rot="2646089">
              <a:off x="2338421" y="3018097"/>
              <a:ext cx="931360" cy="987735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6391153"/>
                <a:gd name="adj5" fmla="val 125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0B382619-888C-D662-0CF7-D62FCB2D6C0F}"/>
                </a:ext>
              </a:extLst>
            </p:cNvPr>
            <p:cNvSpPr txBox="1"/>
            <p:nvPr/>
          </p:nvSpPr>
          <p:spPr>
            <a:xfrm>
              <a:off x="2443694" y="3349256"/>
              <a:ext cx="7139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ysClr val="windowText" lastClr="000000"/>
                  </a:solidFill>
                </a:rPr>
                <a:t>Recycling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6640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5D6E65B-DE51-1AE8-FD49-F3122F7869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569" y="1538284"/>
            <a:ext cx="1050868" cy="1050868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859E378C-440C-98F4-88C3-1D8AA8F4C29A}"/>
              </a:ext>
            </a:extLst>
          </p:cNvPr>
          <p:cNvSpPr txBox="1"/>
          <p:nvPr/>
        </p:nvSpPr>
        <p:spPr>
          <a:xfrm>
            <a:off x="3242721" y="2699781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Langlebige Produkte,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z. B. Baumaterialien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233BDFB-7AD3-29A0-9936-539FBD9B9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657055" y="5216326"/>
            <a:ext cx="1177711" cy="81590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BB976307-D2EC-B7B0-C55D-FD47C5B347C0}"/>
              </a:ext>
            </a:extLst>
          </p:cNvPr>
          <p:cNvGrpSpPr/>
          <p:nvPr/>
        </p:nvGrpSpPr>
        <p:grpSpPr>
          <a:xfrm>
            <a:off x="6155757" y="3715884"/>
            <a:ext cx="812962" cy="833008"/>
            <a:chOff x="2975768" y="2648845"/>
            <a:chExt cx="812962" cy="833008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5C2AF78-AAC5-B186-D64E-3A1813026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5768" y="2648845"/>
              <a:ext cx="812962" cy="677241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191563F-3223-E7EA-2B61-43D717167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35587" y="2823943"/>
              <a:ext cx="597659" cy="657910"/>
            </a:xfrm>
            <a:prstGeom prst="rect">
              <a:avLst/>
            </a:prstGeom>
          </p:spPr>
        </p:pic>
      </p:grpSp>
      <p:sp>
        <p:nvSpPr>
          <p:cNvPr id="13" name="Textfeld 12">
            <a:extLst>
              <a:ext uri="{FF2B5EF4-FFF2-40B4-BE49-F238E27FC236}">
                <a16:creationId xmlns:a16="http://schemas.microsoft.com/office/drawing/2014/main" id="{7D6D7A1E-DBC8-E3B0-31D2-A846051BDADE}"/>
              </a:ext>
            </a:extLst>
          </p:cNvPr>
          <p:cNvSpPr txBox="1"/>
          <p:nvPr/>
        </p:nvSpPr>
        <p:spPr>
          <a:xfrm>
            <a:off x="4046597" y="3790861"/>
            <a:ext cx="141018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[Icon thermische Abfallverwertung mit Abscheidung]</a:t>
            </a:r>
          </a:p>
        </p:txBody>
      </p:sp>
      <p:pic>
        <p:nvPicPr>
          <p:cNvPr id="16" name="Grafik 15" descr="Flugzeug mit einfarbiger Füllung">
            <a:extLst>
              <a:ext uri="{FF2B5EF4-FFF2-40B4-BE49-F238E27FC236}">
                <a16:creationId xmlns:a16="http://schemas.microsoft.com/office/drawing/2014/main" id="{93395C2C-77EB-1180-7D7E-F76D6295CD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852050">
            <a:off x="5303210" y="5351970"/>
            <a:ext cx="657145" cy="65714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ED5C406F-9AE3-9507-5A12-65906DE67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831" y="5216325"/>
            <a:ext cx="597659" cy="657910"/>
          </a:xfrm>
          <a:prstGeom prst="rect">
            <a:avLst/>
          </a:prstGeom>
        </p:spPr>
      </p:pic>
      <p:sp>
        <p:nvSpPr>
          <p:cNvPr id="25" name="Textfeld 24">
            <a:extLst>
              <a:ext uri="{FF2B5EF4-FFF2-40B4-BE49-F238E27FC236}">
                <a16:creationId xmlns:a16="http://schemas.microsoft.com/office/drawing/2014/main" id="{019C1C7F-F334-2916-28B0-A831C671A050}"/>
              </a:ext>
            </a:extLst>
          </p:cNvPr>
          <p:cNvSpPr txBox="1"/>
          <p:nvPr/>
        </p:nvSpPr>
        <p:spPr>
          <a:xfrm>
            <a:off x="2915926" y="6097353"/>
            <a:ext cx="7811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e-</a:t>
            </a:r>
            <a:r>
              <a:rPr lang="de-DE" sz="1100" err="1">
                <a:solidFill>
                  <a:srgbClr val="0070C0"/>
                </a:solidFill>
              </a:rPr>
              <a:t>Fuels</a:t>
            </a:r>
            <a:endParaRPr lang="de-DE" sz="1100">
              <a:solidFill>
                <a:srgbClr val="0070C0"/>
              </a:solidFill>
            </a:endParaRPr>
          </a:p>
        </p:txBody>
      </p:sp>
      <p:sp>
        <p:nvSpPr>
          <p:cNvPr id="30" name="Pfeil: nach unten 29">
            <a:extLst>
              <a:ext uri="{FF2B5EF4-FFF2-40B4-BE49-F238E27FC236}">
                <a16:creationId xmlns:a16="http://schemas.microsoft.com/office/drawing/2014/main" id="{BDE4BA63-14FE-5B1C-410B-ECC04A3D3FD5}"/>
              </a:ext>
            </a:extLst>
          </p:cNvPr>
          <p:cNvSpPr/>
          <p:nvPr/>
        </p:nvSpPr>
        <p:spPr>
          <a:xfrm rot="10800000">
            <a:off x="691223" y="4539647"/>
            <a:ext cx="619777" cy="663611"/>
          </a:xfrm>
          <a:prstGeom prst="downArrow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Pfeil: nach unten 31">
            <a:extLst>
              <a:ext uri="{FF2B5EF4-FFF2-40B4-BE49-F238E27FC236}">
                <a16:creationId xmlns:a16="http://schemas.microsoft.com/office/drawing/2014/main" id="{237B00B4-2020-8C8E-5E9D-4D1B0BEA6FF7}"/>
              </a:ext>
            </a:extLst>
          </p:cNvPr>
          <p:cNvSpPr/>
          <p:nvPr/>
        </p:nvSpPr>
        <p:spPr>
          <a:xfrm>
            <a:off x="682206" y="2946756"/>
            <a:ext cx="597659" cy="564571"/>
          </a:xfrm>
          <a:prstGeom prst="downArrow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69EDE2B1-E5CD-2272-DA70-53DBDF06C58B}"/>
              </a:ext>
            </a:extLst>
          </p:cNvPr>
          <p:cNvSpPr txBox="1"/>
          <p:nvPr/>
        </p:nvSpPr>
        <p:spPr>
          <a:xfrm>
            <a:off x="710382" y="3888261"/>
            <a:ext cx="75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/>
              <a:t>CO</a:t>
            </a:r>
            <a:r>
              <a:rPr lang="de-DE" baseline="-25000"/>
              <a:t>2</a:t>
            </a:r>
          </a:p>
        </p:txBody>
      </p:sp>
      <p:pic>
        <p:nvPicPr>
          <p:cNvPr id="35" name="Grafik 34" descr="Fabrik Silhouette">
            <a:extLst>
              <a:ext uri="{FF2B5EF4-FFF2-40B4-BE49-F238E27FC236}">
                <a16:creationId xmlns:a16="http://schemas.microsoft.com/office/drawing/2014/main" id="{FCD953DD-76AC-82EE-328B-890EDA3829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4164" y="5216325"/>
            <a:ext cx="909684" cy="909684"/>
          </a:xfrm>
          <a:prstGeom prst="rect">
            <a:avLst/>
          </a:prstGeom>
        </p:spPr>
      </p:pic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94746530-E527-A607-127C-03FC5CBD7320}"/>
              </a:ext>
            </a:extLst>
          </p:cNvPr>
          <p:cNvCxnSpPr>
            <a:cxnSpLocks/>
          </p:cNvCxnSpPr>
          <p:nvPr/>
        </p:nvCxnSpPr>
        <p:spPr>
          <a:xfrm>
            <a:off x="1622699" y="3965232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5527A86F-9846-927C-A802-C2C424AA9165}"/>
              </a:ext>
            </a:extLst>
          </p:cNvPr>
          <p:cNvCxnSpPr>
            <a:cxnSpLocks/>
          </p:cNvCxnSpPr>
          <p:nvPr/>
        </p:nvCxnSpPr>
        <p:spPr>
          <a:xfrm flipV="1">
            <a:off x="1571569" y="2175029"/>
            <a:ext cx="1420206" cy="1336298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5DC6A933-D764-678F-A597-399E2A5584EF}"/>
              </a:ext>
            </a:extLst>
          </p:cNvPr>
          <p:cNvCxnSpPr>
            <a:cxnSpLocks/>
          </p:cNvCxnSpPr>
          <p:nvPr/>
        </p:nvCxnSpPr>
        <p:spPr>
          <a:xfrm>
            <a:off x="1519428" y="4364765"/>
            <a:ext cx="991473" cy="840443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05C2E868-6E31-5D29-6B7E-D68AD3D56CF8}"/>
              </a:ext>
            </a:extLst>
          </p:cNvPr>
          <p:cNvCxnSpPr/>
          <p:nvPr/>
        </p:nvCxnSpPr>
        <p:spPr>
          <a:xfrm>
            <a:off x="4112416" y="5582081"/>
            <a:ext cx="88968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EE2338C-19B3-3A56-42BA-DF09D02673ED}"/>
              </a:ext>
            </a:extLst>
          </p:cNvPr>
          <p:cNvSpPr txBox="1"/>
          <p:nvPr/>
        </p:nvSpPr>
        <p:spPr>
          <a:xfrm>
            <a:off x="0" y="335722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/>
              <a:t>Grafik 2: Beispielhafte CCU-Pfade (für Homepage) – </a:t>
            </a:r>
            <a:r>
              <a:rPr lang="de-DE" sz="2400">
                <a:solidFill>
                  <a:srgbClr val="FB11DF"/>
                </a:solidFill>
              </a:rPr>
              <a:t>Infoboxen, die im Mouse-</a:t>
            </a:r>
            <a:r>
              <a:rPr lang="de-DE" sz="2400" err="1">
                <a:solidFill>
                  <a:srgbClr val="FB11DF"/>
                </a:solidFill>
              </a:rPr>
              <a:t>over</a:t>
            </a:r>
            <a:r>
              <a:rPr lang="de-DE" sz="2400">
                <a:solidFill>
                  <a:srgbClr val="FB11DF"/>
                </a:solidFill>
              </a:rPr>
              <a:t> erscheinen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31B2B80C-61D5-969D-2147-57796904B65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25363"/>
          <a:stretch/>
        </p:blipFill>
        <p:spPr>
          <a:xfrm>
            <a:off x="468561" y="1598207"/>
            <a:ext cx="1050867" cy="761263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E7886435-0096-BC13-1DDD-BC141CBC109E}"/>
              </a:ext>
            </a:extLst>
          </p:cNvPr>
          <p:cNvCxnSpPr>
            <a:cxnSpLocks/>
          </p:cNvCxnSpPr>
          <p:nvPr/>
        </p:nvCxnSpPr>
        <p:spPr>
          <a:xfrm flipV="1">
            <a:off x="1738928" y="2359470"/>
            <a:ext cx="1359020" cy="132060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hteck 26">
            <a:extLst>
              <a:ext uri="{FF2B5EF4-FFF2-40B4-BE49-F238E27FC236}">
                <a16:creationId xmlns:a16="http://schemas.microsoft.com/office/drawing/2014/main" id="{EABACFF0-933E-5C90-67CA-744CE4711F81}"/>
              </a:ext>
            </a:extLst>
          </p:cNvPr>
          <p:cNvSpPr/>
          <p:nvPr/>
        </p:nvSpPr>
        <p:spPr>
          <a:xfrm>
            <a:off x="7398051" y="1687054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E4799649-39DD-3865-2322-0632CB845F08}"/>
              </a:ext>
            </a:extLst>
          </p:cNvPr>
          <p:cNvSpPr/>
          <p:nvPr/>
        </p:nvSpPr>
        <p:spPr>
          <a:xfrm>
            <a:off x="7398050" y="2106519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EAED8F83-5743-AD41-E7B7-5A5B7B1FA501}"/>
              </a:ext>
            </a:extLst>
          </p:cNvPr>
          <p:cNvSpPr/>
          <p:nvPr/>
        </p:nvSpPr>
        <p:spPr>
          <a:xfrm>
            <a:off x="7398051" y="3720323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C9B4A7D-F8F9-8B1A-722C-31C07049C5EC}"/>
              </a:ext>
            </a:extLst>
          </p:cNvPr>
          <p:cNvSpPr/>
          <p:nvPr/>
        </p:nvSpPr>
        <p:spPr>
          <a:xfrm>
            <a:off x="7398050" y="4139788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F1D3BE8-EE7B-DED3-341E-9E1581E789B3}"/>
              </a:ext>
            </a:extLst>
          </p:cNvPr>
          <p:cNvSpPr/>
          <p:nvPr/>
        </p:nvSpPr>
        <p:spPr>
          <a:xfrm>
            <a:off x="7398051" y="5198172"/>
            <a:ext cx="1228725" cy="295272"/>
          </a:xfrm>
          <a:prstGeom prst="rect">
            <a:avLst/>
          </a:prstGeom>
          <a:noFill/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E520D0E-BFE8-55EB-AF82-688952983B2E}"/>
              </a:ext>
            </a:extLst>
          </p:cNvPr>
          <p:cNvSpPr/>
          <p:nvPr/>
        </p:nvSpPr>
        <p:spPr>
          <a:xfrm>
            <a:off x="7398050" y="5617637"/>
            <a:ext cx="1228725" cy="295272"/>
          </a:xfrm>
          <a:prstGeom prst="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CBA0CBE1-DF56-6AE2-32A5-FADF0211AB25}"/>
              </a:ext>
            </a:extLst>
          </p:cNvPr>
          <p:cNvSpPr txBox="1"/>
          <p:nvPr/>
        </p:nvSpPr>
        <p:spPr>
          <a:xfrm>
            <a:off x="7171838" y="899306"/>
            <a:ext cx="3333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Bilanz des Pfads:</a:t>
            </a:r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16BFCA77-DDE7-0979-C864-9C880785C4FB}"/>
              </a:ext>
            </a:extLst>
          </p:cNvPr>
          <p:cNvSpPr txBox="1"/>
          <p:nvPr/>
        </p:nvSpPr>
        <p:spPr>
          <a:xfrm>
            <a:off x="7398050" y="207794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59B44C77-418F-1990-5536-DC8023A6151F}"/>
              </a:ext>
            </a:extLst>
          </p:cNvPr>
          <p:cNvSpPr txBox="1"/>
          <p:nvPr/>
        </p:nvSpPr>
        <p:spPr>
          <a:xfrm>
            <a:off x="7398050" y="4124978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/>
              <a:t>neutral</a:t>
            </a:r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24176A98-4F9B-8E28-0B90-719A1232D3E2}"/>
              </a:ext>
            </a:extLst>
          </p:cNvPr>
          <p:cNvSpPr txBox="1"/>
          <p:nvPr/>
        </p:nvSpPr>
        <p:spPr>
          <a:xfrm>
            <a:off x="7352936" y="3703470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5F628658-CB3B-84FC-8EF1-9BBCE9231D67}"/>
              </a:ext>
            </a:extLst>
          </p:cNvPr>
          <p:cNvSpPr txBox="1"/>
          <p:nvPr/>
        </p:nvSpPr>
        <p:spPr>
          <a:xfrm>
            <a:off x="7352936" y="1664724"/>
            <a:ext cx="1318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>
                <a:solidFill>
                  <a:schemeClr val="accent6"/>
                </a:solidFill>
              </a:rPr>
              <a:t>neg. Emission</a:t>
            </a:r>
          </a:p>
        </p:txBody>
      </p:sp>
      <p:sp>
        <p:nvSpPr>
          <p:cNvPr id="50" name="Textfeld 49">
            <a:extLst>
              <a:ext uri="{FF2B5EF4-FFF2-40B4-BE49-F238E27FC236}">
                <a16:creationId xmlns:a16="http://schemas.microsoft.com/office/drawing/2014/main" id="{E9625914-EAB9-5034-58C5-A0ED18D6F583}"/>
              </a:ext>
            </a:extLst>
          </p:cNvPr>
          <p:cNvSpPr txBox="1"/>
          <p:nvPr/>
        </p:nvSpPr>
        <p:spPr>
          <a:xfrm>
            <a:off x="7352936" y="5176134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/>
              <a:t>neutral</a:t>
            </a:r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ACA6E27-5874-0922-7A73-68369143586A}"/>
              </a:ext>
            </a:extLst>
          </p:cNvPr>
          <p:cNvSpPr txBox="1"/>
          <p:nvPr/>
        </p:nvSpPr>
        <p:spPr>
          <a:xfrm>
            <a:off x="7384348" y="5599837"/>
            <a:ext cx="122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>
                <a:solidFill>
                  <a:srgbClr val="FF0000"/>
                </a:solidFill>
              </a:rPr>
              <a:t>Emission</a:t>
            </a:r>
          </a:p>
        </p:txBody>
      </p:sp>
      <p:pic>
        <p:nvPicPr>
          <p:cNvPr id="53" name="Grafik 52" descr="Wasserflasche mit einfarbiger Füllung">
            <a:extLst>
              <a:ext uri="{FF2B5EF4-FFF2-40B4-BE49-F238E27FC236}">
                <a16:creationId xmlns:a16="http://schemas.microsoft.com/office/drawing/2014/main" id="{59C728C5-6298-CD4F-8164-74BC63E170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13831" y="3790861"/>
            <a:ext cx="584117" cy="584117"/>
          </a:xfrm>
          <a:prstGeom prst="rect">
            <a:avLst/>
          </a:prstGeom>
        </p:spPr>
      </p:pic>
      <p:sp>
        <p:nvSpPr>
          <p:cNvPr id="54" name="Textfeld 53">
            <a:extLst>
              <a:ext uri="{FF2B5EF4-FFF2-40B4-BE49-F238E27FC236}">
                <a16:creationId xmlns:a16="http://schemas.microsoft.com/office/drawing/2014/main" id="{072EEA13-8B84-1398-0465-E355B90E6F03}"/>
              </a:ext>
            </a:extLst>
          </p:cNvPr>
          <p:cNvSpPr txBox="1"/>
          <p:nvPr/>
        </p:nvSpPr>
        <p:spPr>
          <a:xfrm>
            <a:off x="2303994" y="4447487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Kurzlebige Produkte,</a:t>
            </a:r>
          </a:p>
          <a:p>
            <a:r>
              <a:rPr lang="de-DE" sz="1100">
                <a:solidFill>
                  <a:srgbClr val="0070C0"/>
                </a:solidFill>
              </a:rPr>
              <a:t>z. B. aus Kunststoff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4B30E97-A797-7A88-81C0-F1A8C24DD095}"/>
              </a:ext>
            </a:extLst>
          </p:cNvPr>
          <p:cNvCxnSpPr>
            <a:cxnSpLocks/>
          </p:cNvCxnSpPr>
          <p:nvPr/>
        </p:nvCxnSpPr>
        <p:spPr>
          <a:xfrm>
            <a:off x="1622699" y="4108019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3B374FA8-9030-A71C-4BD6-A63EBB6D1121}"/>
              </a:ext>
            </a:extLst>
          </p:cNvPr>
          <p:cNvCxnSpPr>
            <a:cxnSpLocks/>
          </p:cNvCxnSpPr>
          <p:nvPr/>
        </p:nvCxnSpPr>
        <p:spPr>
          <a:xfrm>
            <a:off x="3355024" y="4013510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05B56D1C-B962-9073-60F3-54BA2DE06F4C}"/>
              </a:ext>
            </a:extLst>
          </p:cNvPr>
          <p:cNvCxnSpPr>
            <a:cxnSpLocks/>
          </p:cNvCxnSpPr>
          <p:nvPr/>
        </p:nvCxnSpPr>
        <p:spPr>
          <a:xfrm>
            <a:off x="3355024" y="4156297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C19FF4CE-07FC-AD57-02F8-1402FCFB1791}"/>
              </a:ext>
            </a:extLst>
          </p:cNvPr>
          <p:cNvCxnSpPr>
            <a:cxnSpLocks/>
          </p:cNvCxnSpPr>
          <p:nvPr/>
        </p:nvCxnSpPr>
        <p:spPr>
          <a:xfrm>
            <a:off x="5557299" y="4037845"/>
            <a:ext cx="479742" cy="0"/>
          </a:xfrm>
          <a:prstGeom prst="straightConnector1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ED6D107E-C5E0-9AF5-539F-20615A48FFE6}"/>
              </a:ext>
            </a:extLst>
          </p:cNvPr>
          <p:cNvCxnSpPr>
            <a:cxnSpLocks/>
          </p:cNvCxnSpPr>
          <p:nvPr/>
        </p:nvCxnSpPr>
        <p:spPr>
          <a:xfrm>
            <a:off x="5557299" y="4180632"/>
            <a:ext cx="47974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69776291-E5DC-DF1D-339D-54150A51431E}"/>
              </a:ext>
            </a:extLst>
          </p:cNvPr>
          <p:cNvCxnSpPr>
            <a:cxnSpLocks/>
          </p:cNvCxnSpPr>
          <p:nvPr/>
        </p:nvCxnSpPr>
        <p:spPr>
          <a:xfrm>
            <a:off x="1388003" y="4501674"/>
            <a:ext cx="991473" cy="84044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BCBF9CE9-4496-84BF-D290-012035BDB624}"/>
              </a:ext>
            </a:extLst>
          </p:cNvPr>
          <p:cNvCxnSpPr/>
          <p:nvPr/>
        </p:nvCxnSpPr>
        <p:spPr>
          <a:xfrm>
            <a:off x="4112416" y="5742264"/>
            <a:ext cx="889682" cy="0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>
            <a:extLst>
              <a:ext uri="{FF2B5EF4-FFF2-40B4-BE49-F238E27FC236}">
                <a16:creationId xmlns:a16="http://schemas.microsoft.com/office/drawing/2014/main" id="{8E78C0B9-E89A-DF33-BDCE-698B4B7511B0}"/>
              </a:ext>
            </a:extLst>
          </p:cNvPr>
          <p:cNvSpPr txBox="1"/>
          <p:nvPr/>
        </p:nvSpPr>
        <p:spPr>
          <a:xfrm>
            <a:off x="5166707" y="6094544"/>
            <a:ext cx="190879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Verbrennung des Kraftstoffs,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-Freisetzung in die Atmosphäre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E3F00F4-5B80-41F6-CE7D-81EC149588C1}"/>
              </a:ext>
            </a:extLst>
          </p:cNvPr>
          <p:cNvSpPr txBox="1"/>
          <p:nvPr/>
        </p:nvSpPr>
        <p:spPr>
          <a:xfrm>
            <a:off x="3789452" y="4450884"/>
            <a:ext cx="18743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Thermische Abfallverwertung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mit 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0B54B4BE-65D1-18C0-046C-B78D72035D77}"/>
              </a:ext>
            </a:extLst>
          </p:cNvPr>
          <p:cNvSpPr txBox="1"/>
          <p:nvPr/>
        </p:nvSpPr>
        <p:spPr>
          <a:xfrm>
            <a:off x="6078950" y="4447486"/>
            <a:ext cx="13931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Dauerhafte</a:t>
            </a:r>
            <a:br>
              <a:rPr lang="de-DE" sz="1100">
                <a:solidFill>
                  <a:srgbClr val="0070C0"/>
                </a:solidFill>
              </a:rPr>
            </a:br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-Einlagerung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1863FDE-F7E7-DD6E-7BBA-3381478221C0}"/>
              </a:ext>
            </a:extLst>
          </p:cNvPr>
          <p:cNvSpPr txBox="1"/>
          <p:nvPr/>
        </p:nvSpPr>
        <p:spPr>
          <a:xfrm>
            <a:off x="357221" y="2426080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 aus der Atmosphäre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27C4205-F77D-DB7D-B914-B8E706B5BB35}"/>
              </a:ext>
            </a:extLst>
          </p:cNvPr>
          <p:cNvSpPr txBox="1"/>
          <p:nvPr/>
        </p:nvSpPr>
        <p:spPr>
          <a:xfrm>
            <a:off x="357221" y="6085405"/>
            <a:ext cx="14101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0070C0"/>
                </a:solidFill>
              </a:rPr>
              <a:t>CO</a:t>
            </a:r>
            <a:r>
              <a:rPr lang="de-DE" sz="1100" baseline="-25000">
                <a:solidFill>
                  <a:srgbClr val="0070C0"/>
                </a:solidFill>
              </a:rPr>
              <a:t>2</a:t>
            </a:r>
            <a:r>
              <a:rPr lang="de-DE" sz="1100">
                <a:solidFill>
                  <a:srgbClr val="0070C0"/>
                </a:solidFill>
              </a:rPr>
              <a:t>-Abscheidung</a:t>
            </a:r>
          </a:p>
          <a:p>
            <a:r>
              <a:rPr lang="de-DE" sz="1100">
                <a:solidFill>
                  <a:srgbClr val="0070C0"/>
                </a:solidFill>
              </a:rPr>
              <a:t>z. B. am Zementwerk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CF42DA8-E16D-09B1-21B1-9863BCA9FF16}"/>
              </a:ext>
            </a:extLst>
          </p:cNvPr>
          <p:cNvSpPr txBox="1"/>
          <p:nvPr/>
        </p:nvSpPr>
        <p:spPr>
          <a:xfrm>
            <a:off x="3973603" y="1307865"/>
            <a:ext cx="1730924" cy="1107996"/>
          </a:xfrm>
          <a:prstGeom prst="rect">
            <a:avLst/>
          </a:prstGeom>
          <a:solidFill>
            <a:schemeClr val="bg1"/>
          </a:solidFill>
          <a:ln w="28575">
            <a:solidFill>
              <a:srgbClr val="FB11DF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Werden langlebige Produkte (z.B. Baumaterialien) aus fossilem CO</a:t>
            </a:r>
            <a:r>
              <a:rPr lang="de-DE" sz="1100" baseline="-25000">
                <a:solidFill>
                  <a:srgbClr val="FB11DF"/>
                </a:solidFill>
              </a:rPr>
              <a:t>2</a:t>
            </a:r>
            <a:r>
              <a:rPr lang="de-DE" sz="1100">
                <a:solidFill>
                  <a:srgbClr val="FB11DF"/>
                </a:solidFill>
              </a:rPr>
              <a:t> hergestellt, bleibt das CO</a:t>
            </a:r>
            <a:r>
              <a:rPr lang="de-DE" sz="1100" baseline="-25000">
                <a:solidFill>
                  <a:srgbClr val="FB11DF"/>
                </a:solidFill>
              </a:rPr>
              <a:t>2</a:t>
            </a:r>
            <a:r>
              <a:rPr lang="de-DE" sz="1100">
                <a:solidFill>
                  <a:srgbClr val="FB11DF"/>
                </a:solidFill>
              </a:rPr>
              <a:t> mehrere Jahrzehnte gebunden. 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DDD77BB-F68A-488B-9655-D0F0B30A42EB}"/>
              </a:ext>
            </a:extLst>
          </p:cNvPr>
          <p:cNvGrpSpPr/>
          <p:nvPr/>
        </p:nvGrpSpPr>
        <p:grpSpPr>
          <a:xfrm>
            <a:off x="2355725" y="3149289"/>
            <a:ext cx="931360" cy="987735"/>
            <a:chOff x="2338421" y="3018097"/>
            <a:chExt cx="931360" cy="987735"/>
          </a:xfrm>
        </p:grpSpPr>
        <p:sp>
          <p:nvSpPr>
            <p:cNvPr id="10" name="Pfeil: gebogen 9">
              <a:extLst>
                <a:ext uri="{FF2B5EF4-FFF2-40B4-BE49-F238E27FC236}">
                  <a16:creationId xmlns:a16="http://schemas.microsoft.com/office/drawing/2014/main" id="{E29208E6-D14A-9426-9A66-9BB165C160A5}"/>
                </a:ext>
              </a:extLst>
            </p:cNvPr>
            <p:cNvSpPr/>
            <p:nvPr/>
          </p:nvSpPr>
          <p:spPr>
            <a:xfrm rot="2646089">
              <a:off x="2338421" y="3018097"/>
              <a:ext cx="931360" cy="987735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6391153"/>
                <a:gd name="adj5" fmla="val 12500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0A0CBFB2-1CDC-6E00-FDB6-C78A6DCD70A9}"/>
                </a:ext>
              </a:extLst>
            </p:cNvPr>
            <p:cNvSpPr txBox="1"/>
            <p:nvPr/>
          </p:nvSpPr>
          <p:spPr>
            <a:xfrm>
              <a:off x="2443694" y="3349256"/>
              <a:ext cx="71395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100">
                  <a:solidFill>
                    <a:sysClr val="windowText" lastClr="000000"/>
                  </a:solidFill>
                </a:rPr>
                <a:t>Recycling</a:t>
              </a:r>
            </a:p>
          </p:txBody>
        </p:sp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FC9BF7EE-D4C6-E1A5-5F46-F431E91620ED}"/>
              </a:ext>
            </a:extLst>
          </p:cNvPr>
          <p:cNvSpPr txBox="1"/>
          <p:nvPr/>
        </p:nvSpPr>
        <p:spPr>
          <a:xfrm>
            <a:off x="5010963" y="2839682"/>
            <a:ext cx="1730924" cy="1446550"/>
          </a:xfrm>
          <a:prstGeom prst="rect">
            <a:avLst/>
          </a:prstGeom>
          <a:solidFill>
            <a:schemeClr val="bg1"/>
          </a:solidFill>
          <a:ln w="28575">
            <a:solidFill>
              <a:srgbClr val="FB11DF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Werden kurzlebige Produkte am Ende ihrer Lebenszeit in einer Anlage zur thermischen Abfallverwertung verbrannt, die mit CCS ausgestattet ist, werden die Emissionen vermieden.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14C3CB88-7B14-52B7-5E25-62D1CA0F3484}"/>
              </a:ext>
            </a:extLst>
          </p:cNvPr>
          <p:cNvSpPr txBox="1"/>
          <p:nvPr/>
        </p:nvSpPr>
        <p:spPr>
          <a:xfrm>
            <a:off x="2293887" y="2991110"/>
            <a:ext cx="2394861" cy="2123658"/>
          </a:xfrm>
          <a:prstGeom prst="rect">
            <a:avLst/>
          </a:prstGeom>
          <a:solidFill>
            <a:schemeClr val="bg1"/>
          </a:solidFill>
          <a:ln w="28575">
            <a:solidFill>
              <a:srgbClr val="FB11DF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Mit CO</a:t>
            </a:r>
            <a:r>
              <a:rPr lang="de-DE" sz="1100" baseline="-25000">
                <a:solidFill>
                  <a:srgbClr val="FB11DF"/>
                </a:solidFill>
              </a:rPr>
              <a:t>2</a:t>
            </a:r>
            <a:r>
              <a:rPr lang="de-DE" sz="1100">
                <a:solidFill>
                  <a:srgbClr val="FB11DF"/>
                </a:solidFill>
              </a:rPr>
              <a:t> als Rohstoff können verschiedene kurzlebige Produkte wie Kunststoffe, Farben und Lacke, Klebstoffe, Reinigungsmittel und Medikamente hergestellt werden.</a:t>
            </a:r>
          </a:p>
          <a:p>
            <a:r>
              <a:rPr lang="de-DE" sz="1100">
                <a:solidFill>
                  <a:srgbClr val="FB11DF"/>
                </a:solidFill>
              </a:rPr>
              <a:t>Kunststoff kann mehrfach recycelt werden, dadurch bleibt der Kohlenstoff länger gebunden. Auch wenn die Recyclingquoten deutlich erhöht werden, wird ein 100%iges Recycling auch in Zukunft voraussichtlich nicht gelingen.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15FD6F1D-91FC-F341-8ADB-F41B5A7C2955}"/>
              </a:ext>
            </a:extLst>
          </p:cNvPr>
          <p:cNvSpPr txBox="1"/>
          <p:nvPr/>
        </p:nvSpPr>
        <p:spPr>
          <a:xfrm>
            <a:off x="5287573" y="4865913"/>
            <a:ext cx="1730924" cy="1277273"/>
          </a:xfrm>
          <a:prstGeom prst="rect">
            <a:avLst/>
          </a:prstGeom>
          <a:solidFill>
            <a:schemeClr val="bg1"/>
          </a:solidFill>
          <a:ln w="28575">
            <a:solidFill>
              <a:srgbClr val="FB11DF"/>
            </a:solidFill>
          </a:ln>
        </p:spPr>
        <p:txBody>
          <a:bodyPr wrap="square" rtlCol="0">
            <a:spAutoFit/>
          </a:bodyPr>
          <a:lstStyle/>
          <a:p>
            <a:r>
              <a:rPr lang="de-DE" sz="1100">
                <a:solidFill>
                  <a:srgbClr val="FB11DF"/>
                </a:solidFill>
              </a:rPr>
              <a:t>Bei der Verbrennung von Kraftstoffen im Verkehrssektor wird CO2 verteilt freigesetzt. Eine Abscheidung des CO</a:t>
            </a:r>
            <a:r>
              <a:rPr lang="de-DE" sz="1100" baseline="-25000">
                <a:solidFill>
                  <a:srgbClr val="FB11DF"/>
                </a:solidFill>
              </a:rPr>
              <a:t>2</a:t>
            </a:r>
            <a:r>
              <a:rPr lang="de-DE" sz="1100">
                <a:solidFill>
                  <a:srgbClr val="FB11DF"/>
                </a:solidFill>
              </a:rPr>
              <a:t> direkt an der Quelle ist daher nicht möglich.</a:t>
            </a:r>
          </a:p>
        </p:txBody>
      </p:sp>
    </p:spTree>
    <p:extLst>
      <p:ext uri="{BB962C8B-B14F-4D97-AF65-F5344CB8AC3E}">
        <p14:creationId xmlns:p14="http://schemas.microsoft.com/office/powerpoint/2010/main" val="357350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59E5F25A237C41BAE925437DF8C600" ma:contentTypeVersion="18" ma:contentTypeDescription="Ein neues Dokument erstellen." ma:contentTypeScope="" ma:versionID="a0008b5c033529786a702d14181798cf">
  <xsd:schema xmlns:xsd="http://www.w3.org/2001/XMLSchema" xmlns:xs="http://www.w3.org/2001/XMLSchema" xmlns:p="http://schemas.microsoft.com/office/2006/metadata/properties" xmlns:ns2="ce868b13-74c6-4bb7-bc1c-06984f61d3b8" xmlns:ns3="377e6385-f342-4cd8-8458-96183fc40ef9" targetNamespace="http://schemas.microsoft.com/office/2006/metadata/properties" ma:root="true" ma:fieldsID="a22161218453a04cfb2bc32a5d4a09a1" ns2:_="" ns3:_="">
    <xsd:import namespace="ce868b13-74c6-4bb7-bc1c-06984f61d3b8"/>
    <xsd:import namespace="377e6385-f342-4cd8-8458-96183fc40e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b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68b13-74c6-4bb7-bc1c-06984f61d3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fc58ff6-2a3f-40a3-8d32-e116a35ec1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" ma:index="24" nillable="true" ma:displayName="b" ma:format="DateOnly" ma:internalName="b">
      <xsd:simpleType>
        <xsd:restriction base="dms:DateTim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7e6385-f342-4cd8-8458-96183fc40ef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35b5f42-4f14-4865-97cb-e460e25f79f7}" ma:internalName="TaxCatchAll" ma:showField="CatchAllData" ma:web="377e6385-f342-4cd8-8458-96183fc40e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 xmlns="ce868b13-74c6-4bb7-bc1c-06984f61d3b8" xsi:nil="true"/>
    <TaxCatchAll xmlns="377e6385-f342-4cd8-8458-96183fc40ef9" xsi:nil="true"/>
    <lcf76f155ced4ddcb4097134ff3c332f xmlns="ce868b13-74c6-4bb7-bc1c-06984f61d3b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1117D7E-02E2-4BCA-809B-A3ABA42EA2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33BC85-FF5E-4F7B-8257-9DB7DCF20E89}"/>
</file>

<file path=customXml/itemProps3.xml><?xml version="1.0" encoding="utf-8"?>
<ds:datastoreItem xmlns:ds="http://schemas.openxmlformats.org/officeDocument/2006/customXml" ds:itemID="{90A8369A-CC39-4385-A754-9BE09739583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</Words>
  <Application>Microsoft Office PowerPoint</Application>
  <PresentationFormat>Breitbild</PresentationFormat>
  <Paragraphs>119</Paragraphs>
  <Slides>7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Erlach, Berit</dc:creator>
  <cp:lastModifiedBy>Stark, Claire</cp:lastModifiedBy>
  <cp:revision>2</cp:revision>
  <dcterms:created xsi:type="dcterms:W3CDTF">2023-02-16T15:39:59Z</dcterms:created>
  <dcterms:modified xsi:type="dcterms:W3CDTF">2023-06-26T06:47:24Z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3c8698-91e4-4004-8452-bbfb4b6b90bf_Enabled">
    <vt:lpwstr>true</vt:lpwstr>
  </property>
  <property fmtid="{D5CDD505-2E9C-101B-9397-08002B2CF9AE}" pid="3" name="MSIP_Label_913c8698-91e4-4004-8452-bbfb4b6b90bf_SetDate">
    <vt:lpwstr>2023-02-16T15:40:09Z</vt:lpwstr>
  </property>
  <property fmtid="{D5CDD505-2E9C-101B-9397-08002B2CF9AE}" pid="4" name="MSIP_Label_913c8698-91e4-4004-8452-bbfb4b6b90bf_Method">
    <vt:lpwstr>Standard</vt:lpwstr>
  </property>
  <property fmtid="{D5CDD505-2E9C-101B-9397-08002B2CF9AE}" pid="5" name="MSIP_Label_913c8698-91e4-4004-8452-bbfb4b6b90bf_Name">
    <vt:lpwstr>Restricted Use</vt:lpwstr>
  </property>
  <property fmtid="{D5CDD505-2E9C-101B-9397-08002B2CF9AE}" pid="6" name="MSIP_Label_913c8698-91e4-4004-8452-bbfb4b6b90bf_SiteId">
    <vt:lpwstr>4277a43b-2ad8-46cf-99f4-162b2d6d412c</vt:lpwstr>
  </property>
  <property fmtid="{D5CDD505-2E9C-101B-9397-08002B2CF9AE}" pid="7" name="MSIP_Label_913c8698-91e4-4004-8452-bbfb4b6b90bf_ActionId">
    <vt:lpwstr>150fc6f5-a46e-473d-a575-a3667257c61a</vt:lpwstr>
  </property>
  <property fmtid="{D5CDD505-2E9C-101B-9397-08002B2CF9AE}" pid="8" name="MSIP_Label_913c8698-91e4-4004-8452-bbfb4b6b90bf_ContentBits">
    <vt:lpwstr>2</vt:lpwstr>
  </property>
  <property fmtid="{D5CDD505-2E9C-101B-9397-08002B2CF9AE}" pid="9" name="ClassificationContentMarkingFooterLocations">
    <vt:lpwstr>Office:8</vt:lpwstr>
  </property>
  <property fmtid="{D5CDD505-2E9C-101B-9397-08002B2CF9AE}" pid="10" name="ClassificationContentMarkingFooterText">
    <vt:lpwstr>Restricted Use</vt:lpwstr>
  </property>
  <property fmtid="{D5CDD505-2E9C-101B-9397-08002B2CF9AE}" pid="11" name="ContentTypeId">
    <vt:lpwstr>0x010100C559E5F25A237C41BAE925437DF8C600</vt:lpwstr>
  </property>
</Properties>
</file>