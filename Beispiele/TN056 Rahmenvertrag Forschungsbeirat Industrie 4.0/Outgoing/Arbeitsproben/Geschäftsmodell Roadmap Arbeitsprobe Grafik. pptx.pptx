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custom-properties+xml" PartName="/docProps/custom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62.xml"/>
  <Override ContentType="application/vnd.openxmlformats-officedocument.presentationml.slideLayout+xml" PartName="/ppt/slideLayouts/slideLayout5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70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55.xml"/>
  <Override ContentType="application/vnd.openxmlformats-officedocument.presentationml.slideLayout+xml" PartName="/ppt/slideLayouts/slideLayout61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64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60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78.xml"/>
  <Override ContentType="application/vnd.openxmlformats-officedocument.presentationml.slideLayout+xml" PartName="/ppt/slideLayouts/slideLayout65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72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7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66.xml"/>
  <Override ContentType="application/vnd.openxmlformats-officedocument.presentationml.slideLayout+xml" PartName="/ppt/slideLayouts/slideLayout53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1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67.xml"/>
  <Override ContentType="application/vnd.openxmlformats-officedocument.presentationml.slideLayout+xml" PartName="/ppt/slideLayouts/slideLayout83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76.xml"/>
  <Override ContentType="application/vnd.openxmlformats-officedocument.presentationml.slideLayout+xml" PartName="/ppt/slideLayouts/slideLayout59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7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68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7.xml"/>
  <Override ContentType="application/vnd.openxmlformats-officedocument.presentationml.slideLayout+xml" PartName="/ppt/slideLayouts/slideLayout82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73.xml"/>
  <Override ContentType="application/vnd.openxmlformats-officedocument.presentationml.slideLayout+xml" PartName="/ppt/slideLayouts/slideLayout56.xml"/>
  <Override ContentType="application/vnd.openxmlformats-officedocument.presentationml.slideLayout+xml" PartName="/ppt/slideLayouts/slideLayout81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69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5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8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63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58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75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3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Master+xml" PartName="/ppt/slideMasters/slideMaster4.xml"/>
  <Override ContentType="application/binary" PartName="/ppt/metadata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theme+xml" PartName="/ppt/theme/theme4.xml"/>
  <Override ContentType="application/vnd.openxmlformats-officedocument.theme+xml" PartName="/ppt/theme/theme5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  <p:sldMasterId id="2147483653" r:id="rId5"/>
    <p:sldMasterId id="2147483658" r:id="rId6"/>
    <p:sldMasterId id="2147483663" r:id="rId7"/>
  </p:sldMasterIdLst>
  <p:notesMasterIdLst>
    <p:notesMasterId r:id="rId8"/>
  </p:notesMasterIdLst>
  <p:sldIdLst>
    <p:sldId id="256" r:id="rId9"/>
  </p:sldIdLst>
  <p:sldSz cy="6858000" cx="12192000"/>
  <p:notesSz cx="6797675" cy="9926625"/>
  <p:embeddedFontLst>
    <p:embeddedFont>
      <p:font typeface="Arial Narrow"/>
      <p:regular r:id="rId10"/>
      <p:bold r:id="rId11"/>
      <p:italic r:id="rId12"/>
      <p:boldItalic r:id="rId1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pos="7491">
          <p15:clr>
            <a:srgbClr val="A4A3A4"/>
          </p15:clr>
        </p15:guide>
        <p15:guide id="2" orient="horz" pos="1117">
          <p15:clr>
            <a:srgbClr val="A4A3A4"/>
          </p15:clr>
        </p15:guide>
      </p15:sldGuideLst>
    </p:ext>
    <p:ext uri="{2D200454-40CA-4A62-9FC3-DE9A4176ACB9}">
      <p15:notesGuideLst>
        <p15:guide id="1" orient="horz" pos="3127">
          <p15:clr>
            <a:srgbClr val="A4A3A4"/>
          </p15:clr>
        </p15:guide>
        <p15:guide id="2" pos="2141">
          <p15:clr>
            <a:srgbClr val="A4A3A4"/>
          </p15:clr>
        </p15:guide>
      </p15:notesGuideLst>
    </p:ext>
    <p:ext uri="GoogleSlidesCustomDataVersion2">
      <go:slidesCustomData xmlns:go="http://customooxmlschemas.google.com/" r:id="rId14" roundtripDataSignature="AMtx7mj3KGaxpvmAppGnk6ytrrGRdOr2E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7491"/>
        <p:guide pos="1117" orient="horz"/>
      </p:guideLst>
    </p:cSldViewPr>
  </p:slideViewPr>
  <p:notesViewPr>
    <p:cSldViewPr snapToGrid="0">
      <p:cViewPr varScale="1">
        <p:scale>
          <a:sx n="100" d="100"/>
          <a:sy n="100" d="100"/>
        </p:scale>
        <p:origin x="0" y="0"/>
      </p:cViewPr>
      <p:guideLst>
        <p:guide pos="3127" orient="horz"/>
        <p:guide pos="2141"/>
      </p:guideLst>
    </p:cSldViewPr>
  </p:notes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1.xml"/><Relationship Id="rId5" Type="http://schemas.openxmlformats.org/officeDocument/2006/relationships/slideMaster" Target="slideMasters/slideMaster2.xml"/><Relationship Id="rId6" Type="http://schemas.openxmlformats.org/officeDocument/2006/relationships/slideMaster" Target="slideMasters/slideMaster3.xml"/><Relationship Id="rId7" Type="http://schemas.openxmlformats.org/officeDocument/2006/relationships/slideMaster" Target="slideMasters/slideMaster4.xml"/><Relationship Id="rId8" Type="http://schemas.openxmlformats.org/officeDocument/2006/relationships/notesMaster" Target="notesMasters/notesMaster1.xml"/><Relationship Id="rId11" Type="http://schemas.openxmlformats.org/officeDocument/2006/relationships/font" Target="fonts/ArialNarrow-bold.fntdata"/><Relationship Id="rId10" Type="http://schemas.openxmlformats.org/officeDocument/2006/relationships/font" Target="fonts/ArialNarrow-regular.fntdata"/><Relationship Id="rId13" Type="http://schemas.openxmlformats.org/officeDocument/2006/relationships/font" Target="fonts/ArialNarrow-boldItalic.fntdata"/><Relationship Id="rId12" Type="http://schemas.openxmlformats.org/officeDocument/2006/relationships/font" Target="fonts/ArialNarrow-italic.fntdata"/><Relationship Id="rId14" Type="http://customschemas.google.com/relationships/presentationmetadata" Target="meta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2" y="2"/>
            <a:ext cx="2945658" cy="496332"/>
          </a:xfrm>
          <a:prstGeom prst="rect">
            <a:avLst/>
          </a:prstGeom>
          <a:noFill/>
          <a:ln>
            <a:noFill/>
          </a:ln>
        </p:spPr>
        <p:txBody>
          <a:bodyPr anchorCtr="0" anchor="t" bIns="46575" lIns="93150" spcFirstLastPara="1" rIns="93150" wrap="square" tIns="465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50445" y="2"/>
            <a:ext cx="2945658" cy="496332"/>
          </a:xfrm>
          <a:prstGeom prst="rect">
            <a:avLst/>
          </a:prstGeom>
          <a:noFill/>
          <a:ln>
            <a:noFill/>
          </a:ln>
        </p:spPr>
        <p:txBody>
          <a:bodyPr anchorCtr="0" anchor="t" bIns="46575" lIns="93150" spcFirstLastPara="1" rIns="93150" wrap="square" tIns="46575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92075" y="746125"/>
            <a:ext cx="6613525" cy="3721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79768" y="4715154"/>
            <a:ext cx="5438140" cy="4466987"/>
          </a:xfrm>
          <a:prstGeom prst="rect">
            <a:avLst/>
          </a:prstGeom>
          <a:noFill/>
          <a:ln>
            <a:noFill/>
          </a:ln>
        </p:spPr>
        <p:txBody>
          <a:bodyPr anchorCtr="0" anchor="t" bIns="46575" lIns="93150" spcFirstLastPara="1" rIns="93150" wrap="square" tIns="46575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2" y="9428584"/>
            <a:ext cx="2945658" cy="496332"/>
          </a:xfrm>
          <a:prstGeom prst="rect">
            <a:avLst/>
          </a:prstGeom>
          <a:noFill/>
          <a:ln>
            <a:noFill/>
          </a:ln>
        </p:spPr>
        <p:txBody>
          <a:bodyPr anchorCtr="0" anchor="b" bIns="46575" lIns="93150" spcFirstLastPara="1" rIns="93150" wrap="square" tIns="465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50445" y="9428584"/>
            <a:ext cx="2945658" cy="496332"/>
          </a:xfrm>
          <a:prstGeom prst="rect">
            <a:avLst/>
          </a:prstGeom>
          <a:noFill/>
          <a:ln>
            <a:noFill/>
          </a:ln>
        </p:spPr>
        <p:txBody>
          <a:bodyPr anchorCtr="0" anchor="b" bIns="46575" lIns="93150" spcFirstLastPara="1" rIns="93150" wrap="square" tIns="46575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de-DE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7" name="Shape 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" name="Google Shape;498;p1:notes"/>
          <p:cNvSpPr/>
          <p:nvPr>
            <p:ph idx="2" type="sldImg"/>
          </p:nvPr>
        </p:nvSpPr>
        <p:spPr>
          <a:xfrm>
            <a:off x="92075" y="746125"/>
            <a:ext cx="6613525" cy="3721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99" name="Google Shape;499;p1:notes"/>
          <p:cNvSpPr txBox="1"/>
          <p:nvPr>
            <p:ph idx="1" type="body"/>
          </p:nvPr>
        </p:nvSpPr>
        <p:spPr>
          <a:xfrm>
            <a:off x="679768" y="4715154"/>
            <a:ext cx="5438140" cy="4466987"/>
          </a:xfrm>
          <a:prstGeom prst="rect">
            <a:avLst/>
          </a:prstGeom>
          <a:noFill/>
          <a:ln>
            <a:noFill/>
          </a:ln>
        </p:spPr>
        <p:txBody>
          <a:bodyPr anchorCtr="0" anchor="t" bIns="46575" lIns="93150" spcFirstLastPara="1" rIns="93150" wrap="square" tIns="46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0" name="Google Shape;500;p1:notes"/>
          <p:cNvSpPr txBox="1"/>
          <p:nvPr>
            <p:ph idx="12" type="sldNum"/>
          </p:nvPr>
        </p:nvSpPr>
        <p:spPr>
          <a:xfrm>
            <a:off x="3850445" y="9428584"/>
            <a:ext cx="2945658" cy="496332"/>
          </a:xfrm>
          <a:prstGeom prst="rect">
            <a:avLst/>
          </a:prstGeom>
          <a:noFill/>
          <a:ln>
            <a:noFill/>
          </a:ln>
        </p:spPr>
        <p:txBody>
          <a:bodyPr anchorCtr="0" anchor="b" bIns="46575" lIns="93150" spcFirstLastPara="1" rIns="93150" wrap="square" tIns="4657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Calibri"/>
              <a:buNone/>
            </a:pPr>
            <a:fld id="{00000000-1234-1234-1234-123412341234}" type="slidenum">
              <a:rPr b="0" i="0" lang="de-DE" sz="1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3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3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3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3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6.jpg"/><Relationship Id="rId3" Type="http://schemas.openxmlformats.org/officeDocument/2006/relationships/image" Target="../media/image3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6.jpg"/><Relationship Id="rId3" Type="http://schemas.openxmlformats.org/officeDocument/2006/relationships/image" Target="../media/image3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6.jpg"/><Relationship Id="rId3" Type="http://schemas.openxmlformats.org/officeDocument/2006/relationships/image" Target="../media/image3.pn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7.jpg"/><Relationship Id="rId3" Type="http://schemas.openxmlformats.org/officeDocument/2006/relationships/image" Target="../media/image3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7.jpg"/><Relationship Id="rId3" Type="http://schemas.openxmlformats.org/officeDocument/2006/relationships/image" Target="../media/image3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7.jpg"/><Relationship Id="rId3" Type="http://schemas.openxmlformats.org/officeDocument/2006/relationships/image" Target="../media/image3.pn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9.jpg"/><Relationship Id="rId3" Type="http://schemas.openxmlformats.org/officeDocument/2006/relationships/image" Target="../media/image3.png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9.jpg"/><Relationship Id="rId3" Type="http://schemas.openxmlformats.org/officeDocument/2006/relationships/image" Target="../media/image3.png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9.jpg"/><Relationship Id="rId3" Type="http://schemas.openxmlformats.org/officeDocument/2006/relationships/image" Target="../media/image3.png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12.jpg"/><Relationship Id="rId3" Type="http://schemas.openxmlformats.org/officeDocument/2006/relationships/image" Target="../media/image3.png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12.jpg"/><Relationship Id="rId3" Type="http://schemas.openxmlformats.org/officeDocument/2006/relationships/image" Target="../media/image3.png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12.jpg"/><Relationship Id="rId3" Type="http://schemas.openxmlformats.org/officeDocument/2006/relationships/image" Target="../media/image3.png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8.jpg"/><Relationship Id="rId3" Type="http://schemas.openxmlformats.org/officeDocument/2006/relationships/image" Target="../media/image3.png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8.jpg"/><Relationship Id="rId3" Type="http://schemas.openxmlformats.org/officeDocument/2006/relationships/image" Target="../media/image3.png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8.jpg"/><Relationship Id="rId3" Type="http://schemas.openxmlformats.org/officeDocument/2006/relationships/image" Target="../media/image3.png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10.jpg"/><Relationship Id="rId3" Type="http://schemas.openxmlformats.org/officeDocument/2006/relationships/image" Target="../media/image3.png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10.jpg"/><Relationship Id="rId3" Type="http://schemas.openxmlformats.org/officeDocument/2006/relationships/image" Target="../media/image3.png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10.jpg"/><Relationship Id="rId3" Type="http://schemas.openxmlformats.org/officeDocument/2006/relationships/image" Target="../media/image3.png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11.jpg"/><Relationship Id="rId3" Type="http://schemas.openxmlformats.org/officeDocument/2006/relationships/image" Target="../media/image3.png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11.jpg"/><Relationship Id="rId3" Type="http://schemas.openxmlformats.org/officeDocument/2006/relationships/image" Target="../media/image3.png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11.jpg"/><Relationship Id="rId3" Type="http://schemas.openxmlformats.org/officeDocument/2006/relationships/image" Target="../media/image3.png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14.jpg"/><Relationship Id="rId3" Type="http://schemas.openxmlformats.org/officeDocument/2006/relationships/image" Target="../media/image3.png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14.jpg"/><Relationship Id="rId3" Type="http://schemas.openxmlformats.org/officeDocument/2006/relationships/image" Target="../media/image3.png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14.jpg"/><Relationship Id="rId3" Type="http://schemas.openxmlformats.org/officeDocument/2006/relationships/image" Target="../media/image3.png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15.jpg"/><Relationship Id="rId3" Type="http://schemas.openxmlformats.org/officeDocument/2006/relationships/image" Target="../media/image3.png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15.jpg"/><Relationship Id="rId3" Type="http://schemas.openxmlformats.org/officeDocument/2006/relationships/image" Target="../media/image3.png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15.jpg"/><Relationship Id="rId3" Type="http://schemas.openxmlformats.org/officeDocument/2006/relationships/image" Target="../media/image3.png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3.png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3.png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3.png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3.png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3.png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3.png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13.png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13.png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13.png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3.png"/></Relationships>
</file>

<file path=ppt/slideLayouts/_rels/slideLayout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3.png"/></Relationships>
</file>

<file path=ppt/slideLayouts/_rels/slideLayout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3.png"/></Relationships>
</file>

<file path=ppt/slideLayouts/_rels/slideLayout5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13.png"/></Relationships>
</file>

<file path=ppt/slideLayouts/_rels/slideLayout5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13.png"/></Relationships>
</file>

<file path=ppt/slideLayouts/_rels/slideLayout5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13.png"/></Relationships>
</file>

<file path=ppt/slideLayouts/_rels/slideLayout5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13.png"/></Relationships>
</file>

<file path=ppt/slideLayouts/_rels/slideLayout5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13.png"/></Relationships>
</file>

<file path=ppt/slideLayouts/_rels/slideLayout6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13.png"/></Relationships>
</file>

<file path=ppt/slideLayouts/_rels/slideLayout6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13.png"/></Relationships>
</file>

<file path=ppt/slideLayouts/_rels/slideLayout6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3.png"/></Relationships>
</file>

<file path=ppt/slideLayouts/_rels/slideLayout6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13.png"/></Relationships>
</file>

<file path=ppt/slideLayouts/_rels/slideLayout6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13.png"/></Relationships>
</file>

<file path=ppt/slideLayouts/_rels/slideLayout6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3.png"/></Relationships>
</file>

<file path=ppt/slideLayouts/_rels/slideLayout6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13.png"/></Relationships>
</file>

<file path=ppt/slideLayouts/_rels/slideLayout6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3.png"/></Relationships>
</file>

<file path=ppt/slideLayouts/_rels/slideLayout6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3.png"/></Relationships>
</file>

<file path=ppt/slideLayouts/_rels/slideLayout6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13.png"/></Relationships>
</file>

<file path=ppt/slideLayouts/_rels/slideLayout7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13.png"/></Relationships>
</file>

<file path=ppt/slideLayouts/_rels/slideLayout7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13.png"/></Relationships>
</file>

<file path=ppt/slideLayouts/_rels/slideLayout7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13.png"/></Relationships>
</file>

<file path=ppt/slideLayouts/_rels/slideLayout7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13.png"/></Relationships>
</file>

<file path=ppt/slideLayouts/_rels/slideLayout7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13.png"/></Relationships>
</file>

<file path=ppt/slideLayouts/_rels/slideLayout7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13.png"/></Relationships>
</file>

<file path=ppt/slideLayouts/_rels/slideLayout7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13.png"/></Relationships>
</file>

<file path=ppt/slideLayouts/_rels/slideLayout7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3.png"/></Relationships>
</file>

<file path=ppt/slideLayouts/_rels/slideLayout7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3.png"/></Relationships>
</file>

<file path=ppt/slideLayouts/_rels/slideLayout7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13.png"/></Relationships>
</file>

<file path=ppt/slideLayouts/_rels/slideLayout8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3.png"/></Relationships>
</file>

<file path=ppt/slideLayouts/_rels/slideLayout8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13.png"/></Relationships>
</file>

<file path=ppt/slideLayouts/_rels/slideLayout8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3.png"/></Relationships>
</file>

<file path=ppt/slideLayouts/_rels/slideLayout8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el und Inhalt">
  <p:cSld name="1_Titel und Inhalt">
    <p:bg>
      <p:bgPr>
        <a:solidFill>
          <a:schemeClr val="lt1"/>
        </a:solidFill>
      </p:bgPr>
    </p:bg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 txBox="1"/>
          <p:nvPr>
            <p:ph idx="1" type="body"/>
          </p:nvPr>
        </p:nvSpPr>
        <p:spPr>
          <a:xfrm>
            <a:off x="719402" y="1700215"/>
            <a:ext cx="11137239" cy="4752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None/>
              <a:defRPr b="0">
                <a:solidFill>
                  <a:schemeClr val="accent2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🞂"/>
              <a:defRPr>
                <a:solidFill>
                  <a:schemeClr val="accent2"/>
                </a:solidFill>
              </a:defRPr>
            </a:lvl2pPr>
            <a:lvl3pPr indent="-355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Char char="🞂"/>
              <a:defRPr>
                <a:solidFill>
                  <a:schemeClr val="accent2"/>
                </a:solidFill>
              </a:defRPr>
            </a:lvl3pPr>
            <a:lvl4pPr indent="-3302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oto Sans Symbols"/>
              <a:buChar char="🞂"/>
              <a:defRPr>
                <a:solidFill>
                  <a:schemeClr val="accent2"/>
                </a:solidFill>
              </a:defRPr>
            </a:lvl4pPr>
            <a:lvl5pPr indent="-3302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oto Sans Symbols"/>
              <a:buChar char="🞂"/>
              <a:defRPr>
                <a:solidFill>
                  <a:schemeClr val="accent2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6" name="Google Shape;16;p3"/>
          <p:cNvSpPr txBox="1"/>
          <p:nvPr>
            <p:ph type="title"/>
          </p:nvPr>
        </p:nvSpPr>
        <p:spPr>
          <a:xfrm>
            <a:off x="719403" y="1120741"/>
            <a:ext cx="11137237" cy="360099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600"/>
              <a:buFont typeface="Arial"/>
              <a:buNone/>
              <a:defRPr b="0" sz="26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2" type="sldNum"/>
          </p:nvPr>
        </p:nvSpPr>
        <p:spPr>
          <a:xfrm>
            <a:off x="9113440" y="64531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b="1" i="0" sz="1050" u="none" cap="none" strike="noStrike">
                <a:solidFill>
                  <a:srgbClr val="003C6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buNone/>
              <a:defRPr b="1" i="0" sz="1050" u="none" cap="none" strike="noStrike">
                <a:solidFill>
                  <a:srgbClr val="003C6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buNone/>
              <a:defRPr b="1" i="0" sz="1050" u="none" cap="none" strike="noStrike">
                <a:solidFill>
                  <a:srgbClr val="003C6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buNone/>
              <a:defRPr b="1" i="0" sz="1050" u="none" cap="none" strike="noStrike">
                <a:solidFill>
                  <a:srgbClr val="003C6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buNone/>
              <a:defRPr b="1" i="0" sz="1050" u="none" cap="none" strike="noStrike">
                <a:solidFill>
                  <a:srgbClr val="003C6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buNone/>
              <a:defRPr b="1" i="0" sz="1050" u="none" cap="none" strike="noStrike">
                <a:solidFill>
                  <a:srgbClr val="003C69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buNone/>
              <a:defRPr b="1" i="0" sz="1050" u="none" cap="none" strike="noStrike">
                <a:solidFill>
                  <a:srgbClr val="003C69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buNone/>
              <a:defRPr b="1" i="0" sz="1050" u="none" cap="none" strike="noStrike">
                <a:solidFill>
                  <a:srgbClr val="003C69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buNone/>
              <a:defRPr b="1" i="0" sz="1050" u="none" cap="none" strike="noStrike">
                <a:solidFill>
                  <a:srgbClr val="003C6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elfolie">
  <p:cSld name="Titelfolie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9" name="Google Shape;19;p4"/>
          <p:cNvCxnSpPr/>
          <p:nvPr/>
        </p:nvCxnSpPr>
        <p:spPr>
          <a:xfrm>
            <a:off x="0" y="3860800"/>
            <a:ext cx="12192000" cy="0"/>
          </a:xfrm>
          <a:prstGeom prst="straightConnector1">
            <a:avLst/>
          </a:prstGeom>
          <a:noFill/>
          <a:ln cap="flat" cmpd="sng" w="57150">
            <a:solidFill>
              <a:srgbClr val="003C69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0" name="Google Shape;20;p4"/>
          <p:cNvSpPr txBox="1"/>
          <p:nvPr>
            <p:ph type="ctrTitle"/>
          </p:nvPr>
        </p:nvSpPr>
        <p:spPr>
          <a:xfrm>
            <a:off x="719403" y="3094266"/>
            <a:ext cx="11137237" cy="609398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400"/>
              <a:buFont typeface="Arial"/>
              <a:buNone/>
              <a:defRPr b="0" sz="44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4"/>
          <p:cNvSpPr txBox="1"/>
          <p:nvPr>
            <p:ph idx="1" type="subTitle"/>
          </p:nvPr>
        </p:nvSpPr>
        <p:spPr>
          <a:xfrm>
            <a:off x="719403" y="4150521"/>
            <a:ext cx="11137237" cy="230266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  <a:defRPr b="0" sz="2800">
                <a:solidFill>
                  <a:schemeClr val="accent2"/>
                </a:solidFill>
              </a:defRPr>
            </a:lvl1pPr>
            <a:lvl2pPr lvl="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🞂"/>
              <a:defRPr/>
            </a:lvl2pPr>
            <a:lvl3pPr lvl="2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🞂"/>
              <a:defRPr/>
            </a:lvl3pPr>
            <a:lvl4pPr lvl="3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  <a:defRPr/>
            </a:lvl5pPr>
            <a:lvl6pPr lvl="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lvl="6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lvl="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lvl="8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2" type="sldNum"/>
          </p:nvPr>
        </p:nvSpPr>
        <p:spPr>
          <a:xfrm>
            <a:off x="9113440" y="64531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b="1" i="0" sz="1050" u="none" cap="none" strike="noStrike">
                <a:solidFill>
                  <a:srgbClr val="003C6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buNone/>
              <a:defRPr b="1" i="0" sz="1050" u="none" cap="none" strike="noStrike">
                <a:solidFill>
                  <a:srgbClr val="003C6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buNone/>
              <a:defRPr b="1" i="0" sz="1050" u="none" cap="none" strike="noStrike">
                <a:solidFill>
                  <a:srgbClr val="003C6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buNone/>
              <a:defRPr b="1" i="0" sz="1050" u="none" cap="none" strike="noStrike">
                <a:solidFill>
                  <a:srgbClr val="003C6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buNone/>
              <a:defRPr b="1" i="0" sz="1050" u="none" cap="none" strike="noStrike">
                <a:solidFill>
                  <a:srgbClr val="003C6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buNone/>
              <a:defRPr b="1" i="0" sz="1050" u="none" cap="none" strike="noStrike">
                <a:solidFill>
                  <a:srgbClr val="003C69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buNone/>
              <a:defRPr b="1" i="0" sz="1050" u="none" cap="none" strike="noStrike">
                <a:solidFill>
                  <a:srgbClr val="003C69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buNone/>
              <a:defRPr b="1" i="0" sz="1050" u="none" cap="none" strike="noStrike">
                <a:solidFill>
                  <a:srgbClr val="003C69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buNone/>
              <a:defRPr b="1" i="0" sz="1050" u="none" cap="none" strike="noStrike">
                <a:solidFill>
                  <a:srgbClr val="003C6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Titelfolie">
  <p:cSld name="2_Titelfolie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4" name="Google Shape;24;p5"/>
          <p:cNvCxnSpPr/>
          <p:nvPr/>
        </p:nvCxnSpPr>
        <p:spPr>
          <a:xfrm>
            <a:off x="0" y="3860800"/>
            <a:ext cx="6392174" cy="0"/>
          </a:xfrm>
          <a:prstGeom prst="straightConnector1">
            <a:avLst/>
          </a:prstGeom>
          <a:noFill/>
          <a:ln cap="flat" cmpd="sng" w="57150">
            <a:solidFill>
              <a:srgbClr val="003C69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5" name="Google Shape;25;p5"/>
          <p:cNvSpPr txBox="1"/>
          <p:nvPr>
            <p:ph type="ctrTitle"/>
          </p:nvPr>
        </p:nvSpPr>
        <p:spPr>
          <a:xfrm>
            <a:off x="719403" y="3094266"/>
            <a:ext cx="11137237" cy="609398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400"/>
              <a:buFont typeface="Arial"/>
              <a:buNone/>
              <a:defRPr b="0" sz="44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5"/>
          <p:cNvSpPr txBox="1"/>
          <p:nvPr>
            <p:ph idx="1" type="subTitle"/>
          </p:nvPr>
        </p:nvSpPr>
        <p:spPr>
          <a:xfrm>
            <a:off x="719403" y="4150521"/>
            <a:ext cx="11137237" cy="230266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  <a:defRPr b="0" sz="2800">
                <a:solidFill>
                  <a:schemeClr val="accent2"/>
                </a:solidFill>
              </a:defRPr>
            </a:lvl1pPr>
            <a:lvl2pPr lvl="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🞂"/>
              <a:defRPr/>
            </a:lvl2pPr>
            <a:lvl3pPr lvl="2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🞂"/>
              <a:defRPr/>
            </a:lvl3pPr>
            <a:lvl4pPr lvl="3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  <a:defRPr/>
            </a:lvl5pPr>
            <a:lvl6pPr lvl="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lvl="6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lvl="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lvl="8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7" name="Google Shape;27;p5"/>
          <p:cNvSpPr txBox="1"/>
          <p:nvPr>
            <p:ph idx="12" type="sldNum"/>
          </p:nvPr>
        </p:nvSpPr>
        <p:spPr>
          <a:xfrm>
            <a:off x="9113440" y="64531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b="1" i="0" sz="1050" u="none" cap="none" strike="noStrike">
                <a:solidFill>
                  <a:srgbClr val="003C6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buNone/>
              <a:defRPr b="1" i="0" sz="1050" u="none" cap="none" strike="noStrike">
                <a:solidFill>
                  <a:srgbClr val="003C6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buNone/>
              <a:defRPr b="1" i="0" sz="1050" u="none" cap="none" strike="noStrike">
                <a:solidFill>
                  <a:srgbClr val="003C6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buNone/>
              <a:defRPr b="1" i="0" sz="1050" u="none" cap="none" strike="noStrike">
                <a:solidFill>
                  <a:srgbClr val="003C6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buNone/>
              <a:defRPr b="1" i="0" sz="1050" u="none" cap="none" strike="noStrike">
                <a:solidFill>
                  <a:srgbClr val="003C6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buNone/>
              <a:defRPr b="1" i="0" sz="1050" u="none" cap="none" strike="noStrike">
                <a:solidFill>
                  <a:srgbClr val="003C69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buNone/>
              <a:defRPr b="1" i="0" sz="1050" u="none" cap="none" strike="noStrike">
                <a:solidFill>
                  <a:srgbClr val="003C69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buNone/>
              <a:defRPr b="1" i="0" sz="1050" u="none" cap="none" strike="noStrike">
                <a:solidFill>
                  <a:srgbClr val="003C69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buNone/>
              <a:defRPr b="1" i="0" sz="1050" u="none" cap="none" strike="noStrike">
                <a:solidFill>
                  <a:srgbClr val="003C6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elfolie" showMasterSp="0">
  <p:cSld name="1_Titelfolie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6"/>
          <p:cNvSpPr/>
          <p:nvPr/>
        </p:nvSpPr>
        <p:spPr>
          <a:xfrm>
            <a:off x="1420289" y="3068159"/>
            <a:ext cx="8502649" cy="10845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" name="Google Shape;30;p6"/>
          <p:cNvSpPr/>
          <p:nvPr>
            <p:ph idx="2" type="pic"/>
          </p:nvPr>
        </p:nvSpPr>
        <p:spPr>
          <a:xfrm>
            <a:off x="0" y="836714"/>
            <a:ext cx="12192000" cy="3959091"/>
          </a:xfrm>
          <a:prstGeom prst="rect">
            <a:avLst/>
          </a:prstGeom>
          <a:noFill/>
          <a:ln>
            <a:noFill/>
          </a:ln>
        </p:spPr>
      </p:sp>
      <p:cxnSp>
        <p:nvCxnSpPr>
          <p:cNvPr id="31" name="Google Shape;31;p6"/>
          <p:cNvCxnSpPr/>
          <p:nvPr/>
        </p:nvCxnSpPr>
        <p:spPr>
          <a:xfrm>
            <a:off x="0" y="4814843"/>
            <a:ext cx="12192000" cy="0"/>
          </a:xfrm>
          <a:prstGeom prst="straightConnector1">
            <a:avLst/>
          </a:prstGeom>
          <a:noFill/>
          <a:ln cap="flat" cmpd="sng" w="57150">
            <a:solidFill>
              <a:srgbClr val="A8C443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descr="Ein Bild, das Schrift, Text, Grafiken, Grafikdesign enthält.  Automatisch generierte Beschreibung" id="32" name="Google Shape;32;p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654546" y="211687"/>
            <a:ext cx="2189260" cy="38624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cut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elfolie">
  <p:cSld name="Titelfolie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9" name="Google Shape;39;p8"/>
          <p:cNvCxnSpPr/>
          <p:nvPr/>
        </p:nvCxnSpPr>
        <p:spPr>
          <a:xfrm>
            <a:off x="0" y="3860800"/>
            <a:ext cx="12192000" cy="0"/>
          </a:xfrm>
          <a:prstGeom prst="straightConnector1">
            <a:avLst/>
          </a:prstGeom>
          <a:noFill/>
          <a:ln cap="flat" cmpd="sng" w="57150">
            <a:solidFill>
              <a:srgbClr val="003C69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40" name="Google Shape;40;p8"/>
          <p:cNvSpPr txBox="1"/>
          <p:nvPr>
            <p:ph type="ctrTitle"/>
          </p:nvPr>
        </p:nvSpPr>
        <p:spPr>
          <a:xfrm>
            <a:off x="719403" y="3094266"/>
            <a:ext cx="11137237" cy="609398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400"/>
              <a:buFont typeface="Arial"/>
              <a:buNone/>
              <a:defRPr b="0" sz="44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8"/>
          <p:cNvSpPr txBox="1"/>
          <p:nvPr>
            <p:ph idx="1" type="subTitle"/>
          </p:nvPr>
        </p:nvSpPr>
        <p:spPr>
          <a:xfrm>
            <a:off x="719403" y="4150521"/>
            <a:ext cx="11137237" cy="230266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  <a:defRPr b="0" sz="2800">
                <a:solidFill>
                  <a:schemeClr val="accent2"/>
                </a:solidFill>
              </a:defRPr>
            </a:lvl1pPr>
            <a:lvl2pPr lvl="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🞂"/>
              <a:defRPr/>
            </a:lvl2pPr>
            <a:lvl3pPr lvl="2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🞂"/>
              <a:defRPr/>
            </a:lvl3pPr>
            <a:lvl4pPr lvl="3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  <a:defRPr/>
            </a:lvl5pPr>
            <a:lvl6pPr lvl="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lvl="6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lvl="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lvl="8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8"/>
          <p:cNvSpPr txBox="1"/>
          <p:nvPr>
            <p:ph idx="12" type="sldNum"/>
          </p:nvPr>
        </p:nvSpPr>
        <p:spPr>
          <a:xfrm>
            <a:off x="9113440" y="64531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b="1" i="0" sz="1050" u="none" cap="none" strike="noStrike">
                <a:solidFill>
                  <a:srgbClr val="003C6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buNone/>
              <a:defRPr b="1" i="0" sz="1050" u="none" cap="none" strike="noStrike">
                <a:solidFill>
                  <a:srgbClr val="003C6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buNone/>
              <a:defRPr b="1" i="0" sz="1050" u="none" cap="none" strike="noStrike">
                <a:solidFill>
                  <a:srgbClr val="003C6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buNone/>
              <a:defRPr b="1" i="0" sz="1050" u="none" cap="none" strike="noStrike">
                <a:solidFill>
                  <a:srgbClr val="003C6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buNone/>
              <a:defRPr b="1" i="0" sz="1050" u="none" cap="none" strike="noStrike">
                <a:solidFill>
                  <a:srgbClr val="003C6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buNone/>
              <a:defRPr b="1" i="0" sz="1050" u="none" cap="none" strike="noStrike">
                <a:solidFill>
                  <a:srgbClr val="003C69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buNone/>
              <a:defRPr b="1" i="0" sz="1050" u="none" cap="none" strike="noStrike">
                <a:solidFill>
                  <a:srgbClr val="003C69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buNone/>
              <a:defRPr b="1" i="0" sz="1050" u="none" cap="none" strike="noStrike">
                <a:solidFill>
                  <a:srgbClr val="003C69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buNone/>
              <a:defRPr b="1" i="0" sz="1050" u="none" cap="none" strike="noStrike">
                <a:solidFill>
                  <a:srgbClr val="003C6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Titelfolie">
  <p:cSld name="2_Titelfolie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4" name="Google Shape;44;p9"/>
          <p:cNvCxnSpPr/>
          <p:nvPr/>
        </p:nvCxnSpPr>
        <p:spPr>
          <a:xfrm>
            <a:off x="0" y="3860800"/>
            <a:ext cx="6392174" cy="0"/>
          </a:xfrm>
          <a:prstGeom prst="straightConnector1">
            <a:avLst/>
          </a:prstGeom>
          <a:noFill/>
          <a:ln cap="flat" cmpd="sng" w="57150">
            <a:solidFill>
              <a:srgbClr val="003C69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45" name="Google Shape;45;p9"/>
          <p:cNvSpPr txBox="1"/>
          <p:nvPr>
            <p:ph type="ctrTitle"/>
          </p:nvPr>
        </p:nvSpPr>
        <p:spPr>
          <a:xfrm>
            <a:off x="719403" y="3094266"/>
            <a:ext cx="11137237" cy="609398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400"/>
              <a:buFont typeface="Arial"/>
              <a:buNone/>
              <a:defRPr b="0" sz="44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9"/>
          <p:cNvSpPr txBox="1"/>
          <p:nvPr>
            <p:ph idx="1" type="subTitle"/>
          </p:nvPr>
        </p:nvSpPr>
        <p:spPr>
          <a:xfrm>
            <a:off x="719403" y="4150521"/>
            <a:ext cx="11137237" cy="230266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  <a:defRPr b="0" sz="2800">
                <a:solidFill>
                  <a:schemeClr val="accent2"/>
                </a:solidFill>
              </a:defRPr>
            </a:lvl1pPr>
            <a:lvl2pPr lvl="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🞂"/>
              <a:defRPr/>
            </a:lvl2pPr>
            <a:lvl3pPr lvl="2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🞂"/>
              <a:defRPr/>
            </a:lvl3pPr>
            <a:lvl4pPr lvl="3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  <a:defRPr/>
            </a:lvl5pPr>
            <a:lvl6pPr lvl="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lvl="6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lvl="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lvl="8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7" name="Google Shape;47;p9"/>
          <p:cNvSpPr txBox="1"/>
          <p:nvPr>
            <p:ph idx="12" type="sldNum"/>
          </p:nvPr>
        </p:nvSpPr>
        <p:spPr>
          <a:xfrm>
            <a:off x="9113440" y="64531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b="1" i="0" sz="1050" u="none" cap="none" strike="noStrike">
                <a:solidFill>
                  <a:srgbClr val="003C6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buNone/>
              <a:defRPr b="1" i="0" sz="1050" u="none" cap="none" strike="noStrike">
                <a:solidFill>
                  <a:srgbClr val="003C6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buNone/>
              <a:defRPr b="1" i="0" sz="1050" u="none" cap="none" strike="noStrike">
                <a:solidFill>
                  <a:srgbClr val="003C6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buNone/>
              <a:defRPr b="1" i="0" sz="1050" u="none" cap="none" strike="noStrike">
                <a:solidFill>
                  <a:srgbClr val="003C6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buNone/>
              <a:defRPr b="1" i="0" sz="1050" u="none" cap="none" strike="noStrike">
                <a:solidFill>
                  <a:srgbClr val="003C6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buNone/>
              <a:defRPr b="1" i="0" sz="1050" u="none" cap="none" strike="noStrike">
                <a:solidFill>
                  <a:srgbClr val="003C69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buNone/>
              <a:defRPr b="1" i="0" sz="1050" u="none" cap="none" strike="noStrike">
                <a:solidFill>
                  <a:srgbClr val="003C69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buNone/>
              <a:defRPr b="1" i="0" sz="1050" u="none" cap="none" strike="noStrike">
                <a:solidFill>
                  <a:srgbClr val="003C69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buNone/>
              <a:defRPr b="1" i="0" sz="1050" u="none" cap="none" strike="noStrike">
                <a:solidFill>
                  <a:srgbClr val="003C6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el und Inhalt">
  <p:cSld name="1_Titel und Inhalt">
    <p:bg>
      <p:bgPr>
        <a:solidFill>
          <a:schemeClr val="lt1"/>
        </a:solidFill>
      </p:bgPr>
    </p:bg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0"/>
          <p:cNvSpPr txBox="1"/>
          <p:nvPr>
            <p:ph idx="1" type="body"/>
          </p:nvPr>
        </p:nvSpPr>
        <p:spPr>
          <a:xfrm>
            <a:off x="719402" y="1700215"/>
            <a:ext cx="11137239" cy="4752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None/>
              <a:defRPr b="0">
                <a:solidFill>
                  <a:schemeClr val="accent2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🞂"/>
              <a:defRPr>
                <a:solidFill>
                  <a:schemeClr val="accent2"/>
                </a:solidFill>
              </a:defRPr>
            </a:lvl2pPr>
            <a:lvl3pPr indent="-355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Char char="🞂"/>
              <a:defRPr>
                <a:solidFill>
                  <a:schemeClr val="accent2"/>
                </a:solidFill>
              </a:defRPr>
            </a:lvl3pPr>
            <a:lvl4pPr indent="-3302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oto Sans Symbols"/>
              <a:buChar char="🞂"/>
              <a:defRPr>
                <a:solidFill>
                  <a:schemeClr val="accent2"/>
                </a:solidFill>
              </a:defRPr>
            </a:lvl4pPr>
            <a:lvl5pPr indent="-3302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oto Sans Symbols"/>
              <a:buChar char="🞂"/>
              <a:defRPr>
                <a:solidFill>
                  <a:schemeClr val="accent2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0" name="Google Shape;50;p10"/>
          <p:cNvSpPr txBox="1"/>
          <p:nvPr>
            <p:ph type="title"/>
          </p:nvPr>
        </p:nvSpPr>
        <p:spPr>
          <a:xfrm>
            <a:off x="719403" y="1120741"/>
            <a:ext cx="11137237" cy="360099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600"/>
              <a:buFont typeface="Arial"/>
              <a:buNone/>
              <a:defRPr b="0" sz="26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0"/>
          <p:cNvSpPr txBox="1"/>
          <p:nvPr>
            <p:ph idx="12" type="sldNum"/>
          </p:nvPr>
        </p:nvSpPr>
        <p:spPr>
          <a:xfrm>
            <a:off x="9113440" y="64531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b="1" i="0" sz="1050" u="none" cap="none" strike="noStrike">
                <a:solidFill>
                  <a:srgbClr val="003C6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buNone/>
              <a:defRPr b="1" i="0" sz="1050" u="none" cap="none" strike="noStrike">
                <a:solidFill>
                  <a:srgbClr val="003C6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buNone/>
              <a:defRPr b="1" i="0" sz="1050" u="none" cap="none" strike="noStrike">
                <a:solidFill>
                  <a:srgbClr val="003C6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buNone/>
              <a:defRPr b="1" i="0" sz="1050" u="none" cap="none" strike="noStrike">
                <a:solidFill>
                  <a:srgbClr val="003C6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buNone/>
              <a:defRPr b="1" i="0" sz="1050" u="none" cap="none" strike="noStrike">
                <a:solidFill>
                  <a:srgbClr val="003C6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buNone/>
              <a:defRPr b="1" i="0" sz="1050" u="none" cap="none" strike="noStrike">
                <a:solidFill>
                  <a:srgbClr val="003C69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buNone/>
              <a:defRPr b="1" i="0" sz="1050" u="none" cap="none" strike="noStrike">
                <a:solidFill>
                  <a:srgbClr val="003C69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buNone/>
              <a:defRPr b="1" i="0" sz="1050" u="none" cap="none" strike="noStrike">
                <a:solidFill>
                  <a:srgbClr val="003C69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buNone/>
              <a:defRPr b="1" i="0" sz="1050" u="none" cap="none" strike="noStrike">
                <a:solidFill>
                  <a:srgbClr val="003C6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elfolie" showMasterSp="0">
  <p:cSld name="1_Titelfolie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1"/>
          <p:cNvSpPr/>
          <p:nvPr/>
        </p:nvSpPr>
        <p:spPr>
          <a:xfrm>
            <a:off x="1420289" y="3068159"/>
            <a:ext cx="8502649" cy="10845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11"/>
          <p:cNvSpPr/>
          <p:nvPr>
            <p:ph idx="2" type="pic"/>
          </p:nvPr>
        </p:nvSpPr>
        <p:spPr>
          <a:xfrm>
            <a:off x="0" y="836714"/>
            <a:ext cx="12192000" cy="3959091"/>
          </a:xfrm>
          <a:prstGeom prst="rect">
            <a:avLst/>
          </a:prstGeom>
          <a:noFill/>
          <a:ln>
            <a:noFill/>
          </a:ln>
        </p:spPr>
      </p:sp>
      <p:cxnSp>
        <p:nvCxnSpPr>
          <p:cNvPr id="55" name="Google Shape;55;p11"/>
          <p:cNvCxnSpPr/>
          <p:nvPr/>
        </p:nvCxnSpPr>
        <p:spPr>
          <a:xfrm>
            <a:off x="0" y="4814843"/>
            <a:ext cx="12192000" cy="0"/>
          </a:xfrm>
          <a:prstGeom prst="straightConnector1">
            <a:avLst/>
          </a:prstGeom>
          <a:noFill/>
          <a:ln cap="flat" cmpd="sng" w="57150">
            <a:solidFill>
              <a:srgbClr val="A8C443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descr="Ein Bild, das Schrift, Text, Grafiken, Grafikdesign enthält.&#10;&#10;Automatisch generierte Beschreibung" id="56" name="Google Shape;56;p1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654546" y="211687"/>
            <a:ext cx="2189260" cy="38624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cut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elfolie">
  <p:cSld name="Titelfolie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5" name="Google Shape;65;p13"/>
          <p:cNvCxnSpPr/>
          <p:nvPr/>
        </p:nvCxnSpPr>
        <p:spPr>
          <a:xfrm>
            <a:off x="0" y="3860800"/>
            <a:ext cx="12192000" cy="0"/>
          </a:xfrm>
          <a:prstGeom prst="straightConnector1">
            <a:avLst/>
          </a:prstGeom>
          <a:noFill/>
          <a:ln cap="flat" cmpd="sng" w="57150">
            <a:solidFill>
              <a:srgbClr val="003C69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66" name="Google Shape;66;p13"/>
          <p:cNvSpPr txBox="1"/>
          <p:nvPr>
            <p:ph type="ctrTitle"/>
          </p:nvPr>
        </p:nvSpPr>
        <p:spPr>
          <a:xfrm>
            <a:off x="719403" y="3094266"/>
            <a:ext cx="11137237" cy="609398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400"/>
              <a:buFont typeface="Arial"/>
              <a:buNone/>
              <a:defRPr b="0" sz="44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3"/>
          <p:cNvSpPr txBox="1"/>
          <p:nvPr>
            <p:ph idx="1" type="subTitle"/>
          </p:nvPr>
        </p:nvSpPr>
        <p:spPr>
          <a:xfrm>
            <a:off x="719403" y="4150521"/>
            <a:ext cx="11137237" cy="230266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  <a:defRPr b="0" sz="2800">
                <a:solidFill>
                  <a:schemeClr val="accent2"/>
                </a:solidFill>
              </a:defRPr>
            </a:lvl1pPr>
            <a:lvl2pPr lvl="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🞂"/>
              <a:defRPr/>
            </a:lvl2pPr>
            <a:lvl3pPr lvl="2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🞂"/>
              <a:defRPr/>
            </a:lvl3pPr>
            <a:lvl4pPr lvl="3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  <a:defRPr/>
            </a:lvl5pPr>
            <a:lvl6pPr lvl="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lvl="6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lvl="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lvl="8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8" name="Google Shape;68;p13"/>
          <p:cNvSpPr txBox="1"/>
          <p:nvPr>
            <p:ph idx="12" type="sldNum"/>
          </p:nvPr>
        </p:nvSpPr>
        <p:spPr>
          <a:xfrm>
            <a:off x="9113440" y="64531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b="1" i="0" sz="1050" u="none" cap="none" strike="noStrike">
                <a:solidFill>
                  <a:srgbClr val="003C6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buNone/>
              <a:defRPr b="1" i="0" sz="1050" u="none" cap="none" strike="noStrike">
                <a:solidFill>
                  <a:srgbClr val="003C6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buNone/>
              <a:defRPr b="1" i="0" sz="1050" u="none" cap="none" strike="noStrike">
                <a:solidFill>
                  <a:srgbClr val="003C6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buNone/>
              <a:defRPr b="1" i="0" sz="1050" u="none" cap="none" strike="noStrike">
                <a:solidFill>
                  <a:srgbClr val="003C6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buNone/>
              <a:defRPr b="1" i="0" sz="1050" u="none" cap="none" strike="noStrike">
                <a:solidFill>
                  <a:srgbClr val="003C6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buNone/>
              <a:defRPr b="1" i="0" sz="1050" u="none" cap="none" strike="noStrike">
                <a:solidFill>
                  <a:srgbClr val="003C69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buNone/>
              <a:defRPr b="1" i="0" sz="1050" u="none" cap="none" strike="noStrike">
                <a:solidFill>
                  <a:srgbClr val="003C69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buNone/>
              <a:defRPr b="1" i="0" sz="1050" u="none" cap="none" strike="noStrike">
                <a:solidFill>
                  <a:srgbClr val="003C69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buNone/>
              <a:defRPr b="1" i="0" sz="1050" u="none" cap="none" strike="noStrike">
                <a:solidFill>
                  <a:srgbClr val="003C6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Titelfolie">
  <p:cSld name="2_Titelfolie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0" name="Google Shape;70;p14"/>
          <p:cNvCxnSpPr/>
          <p:nvPr/>
        </p:nvCxnSpPr>
        <p:spPr>
          <a:xfrm>
            <a:off x="0" y="3860800"/>
            <a:ext cx="6392174" cy="0"/>
          </a:xfrm>
          <a:prstGeom prst="straightConnector1">
            <a:avLst/>
          </a:prstGeom>
          <a:noFill/>
          <a:ln cap="flat" cmpd="sng" w="57150">
            <a:solidFill>
              <a:srgbClr val="003C69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71" name="Google Shape;71;p14"/>
          <p:cNvSpPr txBox="1"/>
          <p:nvPr>
            <p:ph type="ctrTitle"/>
          </p:nvPr>
        </p:nvSpPr>
        <p:spPr>
          <a:xfrm>
            <a:off x="719403" y="3094266"/>
            <a:ext cx="11137237" cy="609398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400"/>
              <a:buFont typeface="Arial"/>
              <a:buNone/>
              <a:defRPr b="0" sz="44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4"/>
          <p:cNvSpPr txBox="1"/>
          <p:nvPr>
            <p:ph idx="1" type="subTitle"/>
          </p:nvPr>
        </p:nvSpPr>
        <p:spPr>
          <a:xfrm>
            <a:off x="719403" y="4150521"/>
            <a:ext cx="11137237" cy="230266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  <a:defRPr b="0" sz="2800">
                <a:solidFill>
                  <a:schemeClr val="accent2"/>
                </a:solidFill>
              </a:defRPr>
            </a:lvl1pPr>
            <a:lvl2pPr lvl="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🞂"/>
              <a:defRPr/>
            </a:lvl2pPr>
            <a:lvl3pPr lvl="2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🞂"/>
              <a:defRPr/>
            </a:lvl3pPr>
            <a:lvl4pPr lvl="3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  <a:defRPr/>
            </a:lvl5pPr>
            <a:lvl6pPr lvl="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lvl="6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lvl="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lvl="8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3" name="Google Shape;73;p14"/>
          <p:cNvSpPr txBox="1"/>
          <p:nvPr>
            <p:ph idx="12" type="sldNum"/>
          </p:nvPr>
        </p:nvSpPr>
        <p:spPr>
          <a:xfrm>
            <a:off x="9113440" y="64531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b="1" i="0" sz="1050" u="none" cap="none" strike="noStrike">
                <a:solidFill>
                  <a:srgbClr val="003C6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buNone/>
              <a:defRPr b="1" i="0" sz="1050" u="none" cap="none" strike="noStrike">
                <a:solidFill>
                  <a:srgbClr val="003C6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buNone/>
              <a:defRPr b="1" i="0" sz="1050" u="none" cap="none" strike="noStrike">
                <a:solidFill>
                  <a:srgbClr val="003C6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buNone/>
              <a:defRPr b="1" i="0" sz="1050" u="none" cap="none" strike="noStrike">
                <a:solidFill>
                  <a:srgbClr val="003C6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buNone/>
              <a:defRPr b="1" i="0" sz="1050" u="none" cap="none" strike="noStrike">
                <a:solidFill>
                  <a:srgbClr val="003C6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buNone/>
              <a:defRPr b="1" i="0" sz="1050" u="none" cap="none" strike="noStrike">
                <a:solidFill>
                  <a:srgbClr val="003C69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buNone/>
              <a:defRPr b="1" i="0" sz="1050" u="none" cap="none" strike="noStrike">
                <a:solidFill>
                  <a:srgbClr val="003C69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buNone/>
              <a:defRPr b="1" i="0" sz="1050" u="none" cap="none" strike="noStrike">
                <a:solidFill>
                  <a:srgbClr val="003C69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buNone/>
              <a:defRPr b="1" i="0" sz="1050" u="none" cap="none" strike="noStrike">
                <a:solidFill>
                  <a:srgbClr val="003C6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el und Inhalt">
  <p:cSld name="1_Titel und Inhalt">
    <p:bg>
      <p:bgPr>
        <a:solidFill>
          <a:schemeClr val="lt1"/>
        </a:solidFill>
      </p:bgPr>
    </p:bg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5"/>
          <p:cNvSpPr txBox="1"/>
          <p:nvPr>
            <p:ph idx="1" type="body"/>
          </p:nvPr>
        </p:nvSpPr>
        <p:spPr>
          <a:xfrm>
            <a:off x="719402" y="1700215"/>
            <a:ext cx="11137239" cy="4752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None/>
              <a:defRPr b="0">
                <a:solidFill>
                  <a:schemeClr val="accent2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🞂"/>
              <a:defRPr>
                <a:solidFill>
                  <a:schemeClr val="accent2"/>
                </a:solidFill>
              </a:defRPr>
            </a:lvl2pPr>
            <a:lvl3pPr indent="-355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Char char="🞂"/>
              <a:defRPr>
                <a:solidFill>
                  <a:schemeClr val="accent2"/>
                </a:solidFill>
              </a:defRPr>
            </a:lvl3pPr>
            <a:lvl4pPr indent="-3302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oto Sans Symbols"/>
              <a:buChar char="🞂"/>
              <a:defRPr>
                <a:solidFill>
                  <a:schemeClr val="accent2"/>
                </a:solidFill>
              </a:defRPr>
            </a:lvl4pPr>
            <a:lvl5pPr indent="-3302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oto Sans Symbols"/>
              <a:buChar char="🞂"/>
              <a:defRPr>
                <a:solidFill>
                  <a:schemeClr val="accent2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6" name="Google Shape;76;p15"/>
          <p:cNvSpPr txBox="1"/>
          <p:nvPr>
            <p:ph type="title"/>
          </p:nvPr>
        </p:nvSpPr>
        <p:spPr>
          <a:xfrm>
            <a:off x="719403" y="1120741"/>
            <a:ext cx="11137237" cy="360099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600"/>
              <a:buFont typeface="Arial"/>
              <a:buNone/>
              <a:defRPr b="0" sz="26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5"/>
          <p:cNvSpPr txBox="1"/>
          <p:nvPr>
            <p:ph idx="12" type="sldNum"/>
          </p:nvPr>
        </p:nvSpPr>
        <p:spPr>
          <a:xfrm>
            <a:off x="9113440" y="64531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b="1" i="0" sz="1050" u="none" cap="none" strike="noStrike">
                <a:solidFill>
                  <a:srgbClr val="003C6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buNone/>
              <a:defRPr b="1" i="0" sz="1050" u="none" cap="none" strike="noStrike">
                <a:solidFill>
                  <a:srgbClr val="003C6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buNone/>
              <a:defRPr b="1" i="0" sz="1050" u="none" cap="none" strike="noStrike">
                <a:solidFill>
                  <a:srgbClr val="003C6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buNone/>
              <a:defRPr b="1" i="0" sz="1050" u="none" cap="none" strike="noStrike">
                <a:solidFill>
                  <a:srgbClr val="003C6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buNone/>
              <a:defRPr b="1" i="0" sz="1050" u="none" cap="none" strike="noStrike">
                <a:solidFill>
                  <a:srgbClr val="003C6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buNone/>
              <a:defRPr b="1" i="0" sz="1050" u="none" cap="none" strike="noStrike">
                <a:solidFill>
                  <a:srgbClr val="003C69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buNone/>
              <a:defRPr b="1" i="0" sz="1050" u="none" cap="none" strike="noStrike">
                <a:solidFill>
                  <a:srgbClr val="003C69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buNone/>
              <a:defRPr b="1" i="0" sz="1050" u="none" cap="none" strike="noStrike">
                <a:solidFill>
                  <a:srgbClr val="003C69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buNone/>
              <a:defRPr b="1" i="0" sz="1050" u="none" cap="none" strike="noStrike">
                <a:solidFill>
                  <a:srgbClr val="003C6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elfolie" showMasterSp="0">
  <p:cSld name="1_Titelfolie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6"/>
          <p:cNvSpPr/>
          <p:nvPr/>
        </p:nvSpPr>
        <p:spPr>
          <a:xfrm>
            <a:off x="1420289" y="3068159"/>
            <a:ext cx="8502649" cy="10845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" name="Google Shape;80;p16"/>
          <p:cNvSpPr/>
          <p:nvPr>
            <p:ph idx="2" type="pic"/>
          </p:nvPr>
        </p:nvSpPr>
        <p:spPr>
          <a:xfrm>
            <a:off x="0" y="836714"/>
            <a:ext cx="12192000" cy="3959091"/>
          </a:xfrm>
          <a:prstGeom prst="rect">
            <a:avLst/>
          </a:prstGeom>
          <a:noFill/>
          <a:ln>
            <a:noFill/>
          </a:ln>
        </p:spPr>
      </p:sp>
      <p:cxnSp>
        <p:nvCxnSpPr>
          <p:cNvPr id="81" name="Google Shape;81;p16"/>
          <p:cNvCxnSpPr/>
          <p:nvPr/>
        </p:nvCxnSpPr>
        <p:spPr>
          <a:xfrm>
            <a:off x="0" y="4814843"/>
            <a:ext cx="12192000" cy="0"/>
          </a:xfrm>
          <a:prstGeom prst="straightConnector1">
            <a:avLst/>
          </a:prstGeom>
          <a:noFill/>
          <a:ln cap="flat" cmpd="sng" w="57150">
            <a:solidFill>
              <a:srgbClr val="003C69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  <p:transition>
    <p:cut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Deep Blue 80pt">
  <p:cSld name="Title Deep Blue 80pt">
    <p:bg>
      <p:bgPr>
        <a:solidFill>
          <a:schemeClr val="dk2"/>
        </a:solidFill>
      </p:bgPr>
    </p:bg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Headline of the presentation" id="89" name="Google Shape;89;p18"/>
          <p:cNvSpPr txBox="1"/>
          <p:nvPr>
            <p:ph type="title"/>
          </p:nvPr>
        </p:nvSpPr>
        <p:spPr>
          <a:xfrm>
            <a:off x="410400" y="1414464"/>
            <a:ext cx="11376788" cy="2462213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Font typeface="Arial"/>
              <a:buNone/>
              <a:defRPr b="0" sz="8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descr="Subheadline of the presentation" id="90" name="Google Shape;90;p18"/>
          <p:cNvSpPr txBox="1"/>
          <p:nvPr>
            <p:ph idx="1" type="subTitle"/>
          </p:nvPr>
        </p:nvSpPr>
        <p:spPr>
          <a:xfrm>
            <a:off x="411162" y="3876677"/>
            <a:ext cx="9286875" cy="19303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370800">
            <a:noAutofit/>
          </a:bodyPr>
          <a:lstStyle>
            <a:lvl1pPr lv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 sz="3200">
                <a:solidFill>
                  <a:schemeClr val="lt1"/>
                </a:solidFill>
              </a:defRPr>
            </a:lvl1pPr>
            <a:lvl2pPr lvl="1" marR="0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Arial"/>
              <a:buNone/>
              <a:defRPr sz="2400"/>
            </a:lvl2pPr>
            <a:lvl3pPr lvl="2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l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SzPts val="1600"/>
              <a:buNone/>
              <a:defRPr sz="1600"/>
            </a:lvl9pPr>
          </a:lstStyle>
          <a:p/>
        </p:txBody>
      </p:sp>
      <p:pic>
        <p:nvPicPr>
          <p:cNvPr descr="Siemens logo" id="91" name="Google Shape;91;p1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274400" y="6364800"/>
            <a:ext cx="1512000" cy="240408"/>
          </a:xfrm>
          <a:prstGeom prst="rect">
            <a:avLst/>
          </a:prstGeom>
          <a:noFill/>
          <a:ln>
            <a:noFill/>
          </a:ln>
        </p:spPr>
      </p:pic>
      <p:sp>
        <p:nvSpPr>
          <p:cNvPr descr="Footer with copyright, author and department information, and date" id="92" name="Google Shape;92;p18"/>
          <p:cNvSpPr txBox="1"/>
          <p:nvPr>
            <p:ph idx="11" type="ftr"/>
          </p:nvPr>
        </p:nvSpPr>
        <p:spPr>
          <a:xfrm>
            <a:off x="411163" y="6310800"/>
            <a:ext cx="9288000" cy="54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120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259">
          <p15:clr>
            <a:srgbClr val="65CEFF"/>
          </p15:clr>
        </p15:guide>
        <p15:guide id="2" pos="6109">
          <p15:clr>
            <a:srgbClr val="65CEFF"/>
          </p15:clr>
        </p15:guide>
        <p15:guide id="3" pos="7425">
          <p15:clr>
            <a:srgbClr val="65CEFF"/>
          </p15:clr>
        </p15:guide>
        <p15:guide id="4" orient="horz" pos="891">
          <p15:clr>
            <a:srgbClr val="65CEFF"/>
          </p15:clr>
        </p15:guide>
        <p15:guide id="5" orient="horz" pos="3658">
          <p15:clr>
            <a:srgbClr val="65CEFF"/>
          </p15:clr>
        </p15:guide>
        <p15:guide id="6" orient="horz" pos="4157">
          <p15:clr>
            <a:srgbClr val="65CEFF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Deep Blue 60pt">
  <p:cSld name="Title Deep Blue 60pt">
    <p:bg>
      <p:bgPr>
        <a:solidFill>
          <a:schemeClr val="dk2"/>
        </a:solidFill>
      </p:bgPr>
    </p:bg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Headline of the presentation" id="94" name="Google Shape;94;p19"/>
          <p:cNvSpPr txBox="1"/>
          <p:nvPr>
            <p:ph type="title"/>
          </p:nvPr>
        </p:nvSpPr>
        <p:spPr>
          <a:xfrm>
            <a:off x="410400" y="1414463"/>
            <a:ext cx="11376000" cy="2769989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Arial"/>
              <a:buNone/>
              <a:defRPr b="0" sz="6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descr="Subheadline of the presentation" id="95" name="Google Shape;95;p19"/>
          <p:cNvSpPr txBox="1"/>
          <p:nvPr>
            <p:ph idx="1" type="subTitle"/>
          </p:nvPr>
        </p:nvSpPr>
        <p:spPr>
          <a:xfrm>
            <a:off x="411163" y="4184453"/>
            <a:ext cx="9288000" cy="16226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370800">
            <a:noAutofit/>
          </a:bodyPr>
          <a:lstStyle>
            <a:lvl1pPr lv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1pPr>
            <a:lvl2pPr lvl="1" marR="0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Arial"/>
              <a:buNone/>
              <a:defRPr sz="2400"/>
            </a:lvl2pPr>
            <a:lvl3pPr lvl="2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l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SzPts val="1600"/>
              <a:buNone/>
              <a:defRPr sz="1600"/>
            </a:lvl9pPr>
          </a:lstStyle>
          <a:p/>
        </p:txBody>
      </p:sp>
      <p:pic>
        <p:nvPicPr>
          <p:cNvPr descr="Siemens logo" id="96" name="Google Shape;96;p1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274400" y="6364800"/>
            <a:ext cx="1512000" cy="240408"/>
          </a:xfrm>
          <a:prstGeom prst="rect">
            <a:avLst/>
          </a:prstGeom>
          <a:noFill/>
          <a:ln>
            <a:noFill/>
          </a:ln>
        </p:spPr>
      </p:pic>
      <p:sp>
        <p:nvSpPr>
          <p:cNvPr descr="Footer with copyright, author and department information, and date" id="97" name="Google Shape;97;p19"/>
          <p:cNvSpPr txBox="1"/>
          <p:nvPr>
            <p:ph idx="11" type="ftr"/>
          </p:nvPr>
        </p:nvSpPr>
        <p:spPr>
          <a:xfrm>
            <a:off x="411163" y="6310800"/>
            <a:ext cx="9288000" cy="54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120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259">
          <p15:clr>
            <a:srgbClr val="65CEFF"/>
          </p15:clr>
        </p15:guide>
        <p15:guide id="2" pos="6109">
          <p15:clr>
            <a:srgbClr val="65CEFF"/>
          </p15:clr>
        </p15:guide>
        <p15:guide id="3" pos="7425">
          <p15:clr>
            <a:srgbClr val="65CEFF"/>
          </p15:clr>
        </p15:guide>
        <p15:guide id="4" orient="horz" pos="891">
          <p15:clr>
            <a:srgbClr val="65CEFF"/>
          </p15:clr>
        </p15:guide>
        <p15:guide id="5" orient="horz" pos="3658">
          <p15:clr>
            <a:srgbClr val="65CEFF"/>
          </p15:clr>
        </p15:guide>
        <p15:guide id="6" orient="horz" pos="4157">
          <p15:clr>
            <a:srgbClr val="65CEFF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Deep Blue 40pt">
  <p:cSld name="Title Deep Blue 40pt">
    <p:bg>
      <p:bgPr>
        <a:solidFill>
          <a:schemeClr val="dk2"/>
        </a:solidFill>
      </p:bgPr>
    </p:bg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Headline of the presentation" id="99" name="Google Shape;99;p20"/>
          <p:cNvSpPr txBox="1"/>
          <p:nvPr>
            <p:ph type="title"/>
          </p:nvPr>
        </p:nvSpPr>
        <p:spPr>
          <a:xfrm>
            <a:off x="410400" y="1414464"/>
            <a:ext cx="9288000" cy="2462213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  <a:defRPr b="0" sz="4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descr="Subheadline of the presentation" id="100" name="Google Shape;100;p20"/>
          <p:cNvSpPr txBox="1"/>
          <p:nvPr>
            <p:ph idx="1" type="subTitle"/>
          </p:nvPr>
        </p:nvSpPr>
        <p:spPr>
          <a:xfrm>
            <a:off x="411163" y="3876675"/>
            <a:ext cx="9288000" cy="193012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370800">
            <a:noAutofit/>
          </a:bodyPr>
          <a:lstStyle>
            <a:lvl1pPr lv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 marR="0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Arial"/>
              <a:buNone/>
              <a:defRPr sz="1600"/>
            </a:lvl2pPr>
            <a:lvl3pPr lvl="2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l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SzPts val="1600"/>
              <a:buNone/>
              <a:defRPr sz="1600"/>
            </a:lvl9pPr>
          </a:lstStyle>
          <a:p/>
        </p:txBody>
      </p:sp>
      <p:pic>
        <p:nvPicPr>
          <p:cNvPr descr="Siemens logo" id="101" name="Google Shape;101;p2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274400" y="6364800"/>
            <a:ext cx="1512000" cy="240408"/>
          </a:xfrm>
          <a:prstGeom prst="rect">
            <a:avLst/>
          </a:prstGeom>
          <a:noFill/>
          <a:ln>
            <a:noFill/>
          </a:ln>
        </p:spPr>
      </p:pic>
      <p:sp>
        <p:nvSpPr>
          <p:cNvPr descr="Footer with copyright, author and department information, and date" id="102" name="Google Shape;102;p20"/>
          <p:cNvSpPr txBox="1"/>
          <p:nvPr>
            <p:ph idx="11" type="ftr"/>
          </p:nvPr>
        </p:nvSpPr>
        <p:spPr>
          <a:xfrm>
            <a:off x="411163" y="6310800"/>
            <a:ext cx="9288000" cy="54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120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259">
          <p15:clr>
            <a:srgbClr val="65CEFF"/>
          </p15:clr>
        </p15:guide>
        <p15:guide id="2" pos="6109">
          <p15:clr>
            <a:srgbClr val="65CEFF"/>
          </p15:clr>
        </p15:guide>
        <p15:guide id="3" pos="7425">
          <p15:clr>
            <a:srgbClr val="65CEFF"/>
          </p15:clr>
        </p15:guide>
        <p15:guide id="4" orient="horz" pos="891">
          <p15:clr>
            <a:srgbClr val="65CEFF"/>
          </p15:clr>
        </p15:guide>
        <p15:guide id="5" orient="horz" pos="3658">
          <p15:clr>
            <a:srgbClr val="65CEFF"/>
          </p15:clr>
        </p15:guide>
        <p15:guide id="6" orient="horz" pos="4157">
          <p15:clr>
            <a:srgbClr val="65CEFF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mask&amp;blur Transformation 80pt (motif 1)">
  <p:cSld name="Title mask&amp;blur Transformation 80pt (motif 1)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Headline of the presentation" id="104" name="Google Shape;104;p21"/>
          <p:cNvSpPr txBox="1"/>
          <p:nvPr>
            <p:ph type="title"/>
          </p:nvPr>
        </p:nvSpPr>
        <p:spPr>
          <a:xfrm>
            <a:off x="410400" y="1414464"/>
            <a:ext cx="11376788" cy="2462213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Font typeface="Arial"/>
              <a:buNone/>
              <a:defRPr b="0" sz="8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descr="Subheadline of the presentation" id="105" name="Google Shape;105;p21"/>
          <p:cNvSpPr txBox="1"/>
          <p:nvPr>
            <p:ph idx="1" type="subTitle"/>
          </p:nvPr>
        </p:nvSpPr>
        <p:spPr>
          <a:xfrm>
            <a:off x="411162" y="3876677"/>
            <a:ext cx="9286875" cy="19303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370800">
            <a:noAutofit/>
          </a:bodyPr>
          <a:lstStyle>
            <a:lvl1pPr lv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 sz="3200">
                <a:solidFill>
                  <a:schemeClr val="lt1"/>
                </a:solidFill>
              </a:defRPr>
            </a:lvl1pPr>
            <a:lvl2pPr lvl="1" marR="0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Arial"/>
              <a:buNone/>
              <a:defRPr sz="2400"/>
            </a:lvl2pPr>
            <a:lvl3pPr lvl="2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l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SzPts val="1600"/>
              <a:buNone/>
              <a:defRPr sz="1600"/>
            </a:lvl9pPr>
          </a:lstStyle>
          <a:p/>
        </p:txBody>
      </p:sp>
      <p:pic>
        <p:nvPicPr>
          <p:cNvPr descr="Siemens logo" id="106" name="Google Shape;106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274400" y="6364800"/>
            <a:ext cx="1512000" cy="240408"/>
          </a:xfrm>
          <a:prstGeom prst="rect">
            <a:avLst/>
          </a:prstGeom>
          <a:noFill/>
          <a:ln>
            <a:noFill/>
          </a:ln>
        </p:spPr>
      </p:pic>
      <p:sp>
        <p:nvSpPr>
          <p:cNvPr descr="Footer with copyright, author and department information, and date" id="107" name="Google Shape;107;p21"/>
          <p:cNvSpPr txBox="1"/>
          <p:nvPr>
            <p:ph idx="11" type="ftr"/>
          </p:nvPr>
        </p:nvSpPr>
        <p:spPr>
          <a:xfrm>
            <a:off x="411163" y="6310800"/>
            <a:ext cx="9288000" cy="54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120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259">
          <p15:clr>
            <a:srgbClr val="65CEFF"/>
          </p15:clr>
        </p15:guide>
        <p15:guide id="2" pos="6109">
          <p15:clr>
            <a:srgbClr val="65CEFF"/>
          </p15:clr>
        </p15:guide>
        <p15:guide id="3" pos="7425">
          <p15:clr>
            <a:srgbClr val="65CEFF"/>
          </p15:clr>
        </p15:guide>
        <p15:guide id="4" orient="horz" pos="891">
          <p15:clr>
            <a:srgbClr val="65CEFF"/>
          </p15:clr>
        </p15:guide>
        <p15:guide id="5" orient="horz" pos="3658">
          <p15:clr>
            <a:srgbClr val="65CEFF"/>
          </p15:clr>
        </p15:guide>
        <p15:guide id="6" orient="horz" pos="4157">
          <p15:clr>
            <a:srgbClr val="65CEFF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mask&amp;blur Transformation 60pt (motif 1)">
  <p:cSld name="Title mask&amp;blur Transformation 60pt (motif 1)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Headline of the presentation" id="109" name="Google Shape;109;p22"/>
          <p:cNvSpPr txBox="1"/>
          <p:nvPr>
            <p:ph type="title"/>
          </p:nvPr>
        </p:nvSpPr>
        <p:spPr>
          <a:xfrm>
            <a:off x="410400" y="1414463"/>
            <a:ext cx="11376000" cy="2769989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Arial"/>
              <a:buNone/>
              <a:defRPr b="0" sz="6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descr="Subheadline of the presentation" id="110" name="Google Shape;110;p22"/>
          <p:cNvSpPr txBox="1"/>
          <p:nvPr>
            <p:ph idx="1" type="subTitle"/>
          </p:nvPr>
        </p:nvSpPr>
        <p:spPr>
          <a:xfrm>
            <a:off x="411163" y="4184453"/>
            <a:ext cx="9288000" cy="16226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370800">
            <a:noAutofit/>
          </a:bodyPr>
          <a:lstStyle>
            <a:lvl1pPr lv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1pPr>
            <a:lvl2pPr lvl="1" marR="0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Arial"/>
              <a:buNone/>
              <a:defRPr sz="2400"/>
            </a:lvl2pPr>
            <a:lvl3pPr lvl="2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l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SzPts val="1600"/>
              <a:buNone/>
              <a:defRPr sz="1600"/>
            </a:lvl9pPr>
          </a:lstStyle>
          <a:p/>
        </p:txBody>
      </p:sp>
      <p:pic>
        <p:nvPicPr>
          <p:cNvPr descr="Siemens logo" id="111" name="Google Shape;111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274400" y="6364800"/>
            <a:ext cx="1512000" cy="240408"/>
          </a:xfrm>
          <a:prstGeom prst="rect">
            <a:avLst/>
          </a:prstGeom>
          <a:noFill/>
          <a:ln>
            <a:noFill/>
          </a:ln>
        </p:spPr>
      </p:pic>
      <p:sp>
        <p:nvSpPr>
          <p:cNvPr descr="Footer with copyright, author and department information, and date" id="112" name="Google Shape;112;p22"/>
          <p:cNvSpPr txBox="1"/>
          <p:nvPr>
            <p:ph idx="11" type="ftr"/>
          </p:nvPr>
        </p:nvSpPr>
        <p:spPr>
          <a:xfrm>
            <a:off x="411163" y="6310800"/>
            <a:ext cx="9288000" cy="54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120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259">
          <p15:clr>
            <a:srgbClr val="65CEFF"/>
          </p15:clr>
        </p15:guide>
        <p15:guide id="2" pos="6109">
          <p15:clr>
            <a:srgbClr val="65CEFF"/>
          </p15:clr>
        </p15:guide>
        <p15:guide id="3" pos="7425">
          <p15:clr>
            <a:srgbClr val="65CEFF"/>
          </p15:clr>
        </p15:guide>
        <p15:guide id="4" orient="horz" pos="891">
          <p15:clr>
            <a:srgbClr val="65CEFF"/>
          </p15:clr>
        </p15:guide>
        <p15:guide id="5" orient="horz" pos="3658">
          <p15:clr>
            <a:srgbClr val="65CEFF"/>
          </p15:clr>
        </p15:guide>
        <p15:guide id="6" orient="horz" pos="4157">
          <p15:clr>
            <a:srgbClr val="65CEFF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mask&amp;blur Transformation 40pt (motif 1)">
  <p:cSld name="Title mask&amp;blur Transformation 40pt (motif 1)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Headline of the presentation" id="114" name="Google Shape;114;p23"/>
          <p:cNvSpPr txBox="1"/>
          <p:nvPr>
            <p:ph type="title"/>
          </p:nvPr>
        </p:nvSpPr>
        <p:spPr>
          <a:xfrm>
            <a:off x="410400" y="1414464"/>
            <a:ext cx="9288000" cy="2462213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  <a:defRPr b="0" sz="4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descr="Subheadline of the presentation" id="115" name="Google Shape;115;p23"/>
          <p:cNvSpPr txBox="1"/>
          <p:nvPr>
            <p:ph idx="1" type="subTitle"/>
          </p:nvPr>
        </p:nvSpPr>
        <p:spPr>
          <a:xfrm>
            <a:off x="411163" y="3876675"/>
            <a:ext cx="9288000" cy="193012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370800">
            <a:noAutofit/>
          </a:bodyPr>
          <a:lstStyle>
            <a:lvl1pPr lv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 marR="0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Arial"/>
              <a:buNone/>
              <a:defRPr sz="1600"/>
            </a:lvl2pPr>
            <a:lvl3pPr lvl="2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l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SzPts val="1600"/>
              <a:buNone/>
              <a:defRPr sz="1600"/>
            </a:lvl9pPr>
          </a:lstStyle>
          <a:p/>
        </p:txBody>
      </p:sp>
      <p:pic>
        <p:nvPicPr>
          <p:cNvPr descr="Siemens logo" id="116" name="Google Shape;116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274400" y="6364800"/>
            <a:ext cx="1512000" cy="240408"/>
          </a:xfrm>
          <a:prstGeom prst="rect">
            <a:avLst/>
          </a:prstGeom>
          <a:noFill/>
          <a:ln>
            <a:noFill/>
          </a:ln>
        </p:spPr>
      </p:pic>
      <p:sp>
        <p:nvSpPr>
          <p:cNvPr descr="Footer with copyright, author and department information, and date" id="117" name="Google Shape;117;p23"/>
          <p:cNvSpPr txBox="1"/>
          <p:nvPr>
            <p:ph idx="11" type="ftr"/>
          </p:nvPr>
        </p:nvSpPr>
        <p:spPr>
          <a:xfrm>
            <a:off x="411163" y="6310800"/>
            <a:ext cx="9288000" cy="54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120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259">
          <p15:clr>
            <a:srgbClr val="65CEFF"/>
          </p15:clr>
        </p15:guide>
        <p15:guide id="2" pos="6109">
          <p15:clr>
            <a:srgbClr val="65CEFF"/>
          </p15:clr>
        </p15:guide>
        <p15:guide id="3" pos="7425">
          <p15:clr>
            <a:srgbClr val="65CEFF"/>
          </p15:clr>
        </p15:guide>
        <p15:guide id="4" orient="horz" pos="891">
          <p15:clr>
            <a:srgbClr val="65CEFF"/>
          </p15:clr>
        </p15:guide>
        <p15:guide id="5" orient="horz" pos="3658">
          <p15:clr>
            <a:srgbClr val="65CEFF"/>
          </p15:clr>
        </p15:guide>
        <p15:guide id="6" orient="horz" pos="4157">
          <p15:clr>
            <a:srgbClr val="65CEFF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mask&amp;blur Transformation 80pt (motif 2)">
  <p:cSld name="Title mask&amp;blur Transformation 80pt (motif 2)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Headline of the presentation" id="119" name="Google Shape;119;p24"/>
          <p:cNvSpPr txBox="1"/>
          <p:nvPr>
            <p:ph type="title"/>
          </p:nvPr>
        </p:nvSpPr>
        <p:spPr>
          <a:xfrm>
            <a:off x="410400" y="1414464"/>
            <a:ext cx="11376788" cy="2462213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Font typeface="Arial"/>
              <a:buNone/>
              <a:defRPr b="0" sz="8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descr="Subheadline of the presentation" id="120" name="Google Shape;120;p24"/>
          <p:cNvSpPr txBox="1"/>
          <p:nvPr>
            <p:ph idx="1" type="subTitle"/>
          </p:nvPr>
        </p:nvSpPr>
        <p:spPr>
          <a:xfrm>
            <a:off x="411162" y="3876677"/>
            <a:ext cx="9286875" cy="19303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370800">
            <a:noAutofit/>
          </a:bodyPr>
          <a:lstStyle>
            <a:lvl1pPr lv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 sz="3200">
                <a:solidFill>
                  <a:schemeClr val="lt1"/>
                </a:solidFill>
              </a:defRPr>
            </a:lvl1pPr>
            <a:lvl2pPr lvl="1" marR="0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Arial"/>
              <a:buNone/>
              <a:defRPr sz="2400"/>
            </a:lvl2pPr>
            <a:lvl3pPr lvl="2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l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SzPts val="1600"/>
              <a:buNone/>
              <a:defRPr sz="1600"/>
            </a:lvl9pPr>
          </a:lstStyle>
          <a:p/>
        </p:txBody>
      </p:sp>
      <p:pic>
        <p:nvPicPr>
          <p:cNvPr descr="Siemens logo" id="121" name="Google Shape;121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274400" y="6364800"/>
            <a:ext cx="1512000" cy="240408"/>
          </a:xfrm>
          <a:prstGeom prst="rect">
            <a:avLst/>
          </a:prstGeom>
          <a:noFill/>
          <a:ln>
            <a:noFill/>
          </a:ln>
        </p:spPr>
      </p:pic>
      <p:sp>
        <p:nvSpPr>
          <p:cNvPr descr="Footer with copyright, author and department information, and date" id="122" name="Google Shape;122;p24"/>
          <p:cNvSpPr txBox="1"/>
          <p:nvPr>
            <p:ph idx="11" type="ftr"/>
          </p:nvPr>
        </p:nvSpPr>
        <p:spPr>
          <a:xfrm>
            <a:off x="411163" y="6310800"/>
            <a:ext cx="9288000" cy="54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120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259">
          <p15:clr>
            <a:srgbClr val="65CEFF"/>
          </p15:clr>
        </p15:guide>
        <p15:guide id="2" pos="6109">
          <p15:clr>
            <a:srgbClr val="65CEFF"/>
          </p15:clr>
        </p15:guide>
        <p15:guide id="3" pos="7425">
          <p15:clr>
            <a:srgbClr val="65CEFF"/>
          </p15:clr>
        </p15:guide>
        <p15:guide id="4" orient="horz" pos="891">
          <p15:clr>
            <a:srgbClr val="65CEFF"/>
          </p15:clr>
        </p15:guide>
        <p15:guide id="5" orient="horz" pos="3658">
          <p15:clr>
            <a:srgbClr val="65CEFF"/>
          </p15:clr>
        </p15:guide>
        <p15:guide id="6" orient="horz" pos="4157">
          <p15:clr>
            <a:srgbClr val="65CEFF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mask&amp;blur Transformation 60pt (motif 2)">
  <p:cSld name="Title mask&amp;blur Transformation 60pt (motif 2)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Headline of the presentation" id="124" name="Google Shape;124;p25"/>
          <p:cNvSpPr txBox="1"/>
          <p:nvPr>
            <p:ph type="title"/>
          </p:nvPr>
        </p:nvSpPr>
        <p:spPr>
          <a:xfrm>
            <a:off x="410400" y="1414463"/>
            <a:ext cx="11376000" cy="2769989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Arial"/>
              <a:buNone/>
              <a:defRPr b="0" sz="6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descr="Subheadline of the presentation" id="125" name="Google Shape;125;p25"/>
          <p:cNvSpPr txBox="1"/>
          <p:nvPr>
            <p:ph idx="1" type="subTitle"/>
          </p:nvPr>
        </p:nvSpPr>
        <p:spPr>
          <a:xfrm>
            <a:off x="411163" y="4184453"/>
            <a:ext cx="9288000" cy="16226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370800">
            <a:noAutofit/>
          </a:bodyPr>
          <a:lstStyle>
            <a:lvl1pPr lv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1pPr>
            <a:lvl2pPr lvl="1" marR="0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Arial"/>
              <a:buNone/>
              <a:defRPr sz="2400"/>
            </a:lvl2pPr>
            <a:lvl3pPr lvl="2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l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SzPts val="1600"/>
              <a:buNone/>
              <a:defRPr sz="1600"/>
            </a:lvl9pPr>
          </a:lstStyle>
          <a:p/>
        </p:txBody>
      </p:sp>
      <p:pic>
        <p:nvPicPr>
          <p:cNvPr descr="Siemens logo" id="126" name="Google Shape;126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274400" y="6364800"/>
            <a:ext cx="1512000" cy="240408"/>
          </a:xfrm>
          <a:prstGeom prst="rect">
            <a:avLst/>
          </a:prstGeom>
          <a:noFill/>
          <a:ln>
            <a:noFill/>
          </a:ln>
        </p:spPr>
      </p:pic>
      <p:sp>
        <p:nvSpPr>
          <p:cNvPr descr="Footer with copyright, author and department information, and date" id="127" name="Google Shape;127;p25"/>
          <p:cNvSpPr txBox="1"/>
          <p:nvPr>
            <p:ph idx="11" type="ftr"/>
          </p:nvPr>
        </p:nvSpPr>
        <p:spPr>
          <a:xfrm>
            <a:off x="411163" y="6310800"/>
            <a:ext cx="9288000" cy="54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120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259">
          <p15:clr>
            <a:srgbClr val="65CEFF"/>
          </p15:clr>
        </p15:guide>
        <p15:guide id="2" pos="6109">
          <p15:clr>
            <a:srgbClr val="65CEFF"/>
          </p15:clr>
        </p15:guide>
        <p15:guide id="3" pos="7425">
          <p15:clr>
            <a:srgbClr val="65CEFF"/>
          </p15:clr>
        </p15:guide>
        <p15:guide id="4" orient="horz" pos="891">
          <p15:clr>
            <a:srgbClr val="65CEFF"/>
          </p15:clr>
        </p15:guide>
        <p15:guide id="5" orient="horz" pos="3658">
          <p15:clr>
            <a:srgbClr val="65CEFF"/>
          </p15:clr>
        </p15:guide>
        <p15:guide id="6" orient="horz" pos="4157">
          <p15:clr>
            <a:srgbClr val="65CEFF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mask&amp;blur Transformation 40pt (motif 2)">
  <p:cSld name="Title mask&amp;blur Transformation 40pt (motif 2)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Headline of the presentation" id="129" name="Google Shape;129;p26"/>
          <p:cNvSpPr txBox="1"/>
          <p:nvPr>
            <p:ph type="title"/>
          </p:nvPr>
        </p:nvSpPr>
        <p:spPr>
          <a:xfrm>
            <a:off x="410400" y="1414464"/>
            <a:ext cx="9288000" cy="2462213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  <a:defRPr b="0" sz="4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descr="Subheadline of the presentation" id="130" name="Google Shape;130;p26"/>
          <p:cNvSpPr txBox="1"/>
          <p:nvPr>
            <p:ph idx="1" type="subTitle"/>
          </p:nvPr>
        </p:nvSpPr>
        <p:spPr>
          <a:xfrm>
            <a:off x="411163" y="3876675"/>
            <a:ext cx="9288000" cy="193012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370800">
            <a:noAutofit/>
          </a:bodyPr>
          <a:lstStyle>
            <a:lvl1pPr lv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 marR="0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Arial"/>
              <a:buNone/>
              <a:defRPr sz="1600"/>
            </a:lvl2pPr>
            <a:lvl3pPr lvl="2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l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SzPts val="1600"/>
              <a:buNone/>
              <a:defRPr sz="1600"/>
            </a:lvl9pPr>
          </a:lstStyle>
          <a:p/>
        </p:txBody>
      </p:sp>
      <p:pic>
        <p:nvPicPr>
          <p:cNvPr descr="Siemens logo" id="131" name="Google Shape;131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274400" y="6364800"/>
            <a:ext cx="1512000" cy="240408"/>
          </a:xfrm>
          <a:prstGeom prst="rect">
            <a:avLst/>
          </a:prstGeom>
          <a:noFill/>
          <a:ln>
            <a:noFill/>
          </a:ln>
        </p:spPr>
      </p:pic>
      <p:sp>
        <p:nvSpPr>
          <p:cNvPr descr="Footer with copyright, author and department information, and date" id="132" name="Google Shape;132;p26"/>
          <p:cNvSpPr txBox="1"/>
          <p:nvPr>
            <p:ph idx="11" type="ftr"/>
          </p:nvPr>
        </p:nvSpPr>
        <p:spPr>
          <a:xfrm>
            <a:off x="411163" y="6310800"/>
            <a:ext cx="9288000" cy="54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120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259">
          <p15:clr>
            <a:srgbClr val="65CEFF"/>
          </p15:clr>
        </p15:guide>
        <p15:guide id="2" pos="6109">
          <p15:clr>
            <a:srgbClr val="65CEFF"/>
          </p15:clr>
        </p15:guide>
        <p15:guide id="3" pos="7425">
          <p15:clr>
            <a:srgbClr val="65CEFF"/>
          </p15:clr>
        </p15:guide>
        <p15:guide id="4" orient="horz" pos="891">
          <p15:clr>
            <a:srgbClr val="65CEFF"/>
          </p15:clr>
        </p15:guide>
        <p15:guide id="5" orient="horz" pos="3658">
          <p15:clr>
            <a:srgbClr val="65CEFF"/>
          </p15:clr>
        </p15:guide>
        <p15:guide id="6" orient="horz" pos="4157">
          <p15:clr>
            <a:srgbClr val="65CEFF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mask&amp;blur Transformation 80pt (motif 3)">
  <p:cSld name="Title mask&amp;blur Transformation 80pt (motif 3)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Headline of the presentation" id="134" name="Google Shape;134;p27"/>
          <p:cNvSpPr txBox="1"/>
          <p:nvPr>
            <p:ph type="title"/>
          </p:nvPr>
        </p:nvSpPr>
        <p:spPr>
          <a:xfrm>
            <a:off x="410400" y="1414464"/>
            <a:ext cx="11376788" cy="2462213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0"/>
              <a:buFont typeface="Arial"/>
              <a:buNone/>
              <a:defRPr b="0" sz="8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descr="Subheadline of the presentation" id="135" name="Google Shape;135;p27"/>
          <p:cNvSpPr txBox="1"/>
          <p:nvPr>
            <p:ph idx="1" type="subTitle"/>
          </p:nvPr>
        </p:nvSpPr>
        <p:spPr>
          <a:xfrm>
            <a:off x="411162" y="3876677"/>
            <a:ext cx="9286875" cy="19303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370800">
            <a:noAutofit/>
          </a:bodyPr>
          <a:lstStyle>
            <a:lvl1pPr lv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1pPr>
            <a:lvl2pPr lvl="1" marR="0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Arial"/>
              <a:buNone/>
              <a:defRPr sz="2400"/>
            </a:lvl2pPr>
            <a:lvl3pPr lvl="2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l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SzPts val="1600"/>
              <a:buNone/>
              <a:defRPr sz="1600"/>
            </a:lvl9pPr>
          </a:lstStyle>
          <a:p/>
        </p:txBody>
      </p:sp>
      <p:pic>
        <p:nvPicPr>
          <p:cNvPr descr="Siemens logo" id="136" name="Google Shape;136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274400" y="6364800"/>
            <a:ext cx="1512000" cy="240408"/>
          </a:xfrm>
          <a:prstGeom prst="rect">
            <a:avLst/>
          </a:prstGeom>
          <a:noFill/>
          <a:ln>
            <a:noFill/>
          </a:ln>
        </p:spPr>
      </p:pic>
      <p:sp>
        <p:nvSpPr>
          <p:cNvPr descr="Footer with copyright, author and department information, and date" id="137" name="Google Shape;137;p27"/>
          <p:cNvSpPr txBox="1"/>
          <p:nvPr>
            <p:ph idx="11" type="ftr"/>
          </p:nvPr>
        </p:nvSpPr>
        <p:spPr>
          <a:xfrm>
            <a:off x="411163" y="6310800"/>
            <a:ext cx="9288000" cy="54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120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259">
          <p15:clr>
            <a:srgbClr val="65CEFF"/>
          </p15:clr>
        </p15:guide>
        <p15:guide id="2" pos="6109">
          <p15:clr>
            <a:srgbClr val="65CEFF"/>
          </p15:clr>
        </p15:guide>
        <p15:guide id="3" pos="7425">
          <p15:clr>
            <a:srgbClr val="65CEFF"/>
          </p15:clr>
        </p15:guide>
        <p15:guide id="4" orient="horz" pos="891">
          <p15:clr>
            <a:srgbClr val="65CEFF"/>
          </p15:clr>
        </p15:guide>
        <p15:guide id="5" orient="horz" pos="3658">
          <p15:clr>
            <a:srgbClr val="65CEFF"/>
          </p15:clr>
        </p15:guide>
        <p15:guide id="6" orient="horz" pos="4157">
          <p15:clr>
            <a:srgbClr val="65CEFF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mask&amp;blur Transformation 60pt (motif 3)">
  <p:cSld name="Title mask&amp;blur Transformation 60pt (motif 3)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Headline of the presentation" id="139" name="Google Shape;139;p28"/>
          <p:cNvSpPr txBox="1"/>
          <p:nvPr>
            <p:ph type="title"/>
          </p:nvPr>
        </p:nvSpPr>
        <p:spPr>
          <a:xfrm>
            <a:off x="410400" y="1414463"/>
            <a:ext cx="11376000" cy="2769989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Font typeface="Arial"/>
              <a:buNone/>
              <a:defRPr b="0" sz="6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descr="Subheadline of the presentation" id="140" name="Google Shape;140;p28"/>
          <p:cNvSpPr txBox="1"/>
          <p:nvPr>
            <p:ph idx="1" type="subTitle"/>
          </p:nvPr>
        </p:nvSpPr>
        <p:spPr>
          <a:xfrm>
            <a:off x="411163" y="4184453"/>
            <a:ext cx="9288000" cy="16226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370800">
            <a:noAutofit/>
          </a:bodyPr>
          <a:lstStyle>
            <a:lvl1pPr lv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 sz="2400">
                <a:solidFill>
                  <a:schemeClr val="dk2"/>
                </a:solidFill>
              </a:defRPr>
            </a:lvl1pPr>
            <a:lvl2pPr lvl="1" marR="0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Arial"/>
              <a:buNone/>
              <a:defRPr sz="2400"/>
            </a:lvl2pPr>
            <a:lvl3pPr lvl="2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l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SzPts val="1600"/>
              <a:buNone/>
              <a:defRPr sz="1600"/>
            </a:lvl9pPr>
          </a:lstStyle>
          <a:p/>
        </p:txBody>
      </p:sp>
      <p:pic>
        <p:nvPicPr>
          <p:cNvPr descr="Siemens logo" id="141" name="Google Shape;141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274400" y="6364800"/>
            <a:ext cx="1512000" cy="240408"/>
          </a:xfrm>
          <a:prstGeom prst="rect">
            <a:avLst/>
          </a:prstGeom>
          <a:noFill/>
          <a:ln>
            <a:noFill/>
          </a:ln>
        </p:spPr>
      </p:pic>
      <p:sp>
        <p:nvSpPr>
          <p:cNvPr descr="Footer with copyright, author and department information, and date" id="142" name="Google Shape;142;p28"/>
          <p:cNvSpPr txBox="1"/>
          <p:nvPr>
            <p:ph idx="11" type="ftr"/>
          </p:nvPr>
        </p:nvSpPr>
        <p:spPr>
          <a:xfrm>
            <a:off x="411163" y="6310800"/>
            <a:ext cx="9288000" cy="54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120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259">
          <p15:clr>
            <a:srgbClr val="65CEFF"/>
          </p15:clr>
        </p15:guide>
        <p15:guide id="2" pos="6109">
          <p15:clr>
            <a:srgbClr val="65CEFF"/>
          </p15:clr>
        </p15:guide>
        <p15:guide id="3" pos="7425">
          <p15:clr>
            <a:srgbClr val="65CEFF"/>
          </p15:clr>
        </p15:guide>
        <p15:guide id="4" orient="horz" pos="891">
          <p15:clr>
            <a:srgbClr val="65CEFF"/>
          </p15:clr>
        </p15:guide>
        <p15:guide id="5" orient="horz" pos="3658">
          <p15:clr>
            <a:srgbClr val="65CEFF"/>
          </p15:clr>
        </p15:guide>
        <p15:guide id="6" orient="horz" pos="4157">
          <p15:clr>
            <a:srgbClr val="65CEFF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mask&amp;blur Transformation 40pt (motif 3)">
  <p:cSld name="Title mask&amp;blur Transformation 40pt (motif 3)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Headline of the presentation" id="144" name="Google Shape;144;p29"/>
          <p:cNvSpPr txBox="1"/>
          <p:nvPr>
            <p:ph type="title"/>
          </p:nvPr>
        </p:nvSpPr>
        <p:spPr>
          <a:xfrm>
            <a:off x="410400" y="1414464"/>
            <a:ext cx="9288000" cy="2462213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Arial"/>
              <a:buNone/>
              <a:defRPr b="0" sz="4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descr="Subheadline of the presentation" id="145" name="Google Shape;145;p29"/>
          <p:cNvSpPr txBox="1"/>
          <p:nvPr>
            <p:ph idx="1" type="subTitle"/>
          </p:nvPr>
        </p:nvSpPr>
        <p:spPr>
          <a:xfrm>
            <a:off x="411163" y="3876675"/>
            <a:ext cx="9288000" cy="193012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370800">
            <a:noAutofit/>
          </a:bodyPr>
          <a:lstStyle>
            <a:lvl1pPr lv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1pPr>
            <a:lvl2pPr lvl="1" marR="0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Arial"/>
              <a:buNone/>
              <a:defRPr sz="1600"/>
            </a:lvl2pPr>
            <a:lvl3pPr lvl="2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l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SzPts val="1600"/>
              <a:buNone/>
              <a:defRPr sz="1600"/>
            </a:lvl9pPr>
          </a:lstStyle>
          <a:p/>
        </p:txBody>
      </p:sp>
      <p:pic>
        <p:nvPicPr>
          <p:cNvPr descr="Siemens logo" id="146" name="Google Shape;146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274400" y="6364800"/>
            <a:ext cx="1512000" cy="240408"/>
          </a:xfrm>
          <a:prstGeom prst="rect">
            <a:avLst/>
          </a:prstGeom>
          <a:noFill/>
          <a:ln>
            <a:noFill/>
          </a:ln>
        </p:spPr>
      </p:pic>
      <p:sp>
        <p:nvSpPr>
          <p:cNvPr descr="Footer with copyright, author and department information, and date" id="147" name="Google Shape;147;p29"/>
          <p:cNvSpPr txBox="1"/>
          <p:nvPr>
            <p:ph idx="11" type="ftr"/>
          </p:nvPr>
        </p:nvSpPr>
        <p:spPr>
          <a:xfrm>
            <a:off x="411163" y="6310800"/>
            <a:ext cx="9288000" cy="54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120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259">
          <p15:clr>
            <a:srgbClr val="65CEFF"/>
          </p15:clr>
        </p15:guide>
        <p15:guide id="2" pos="6109">
          <p15:clr>
            <a:srgbClr val="65CEFF"/>
          </p15:clr>
        </p15:guide>
        <p15:guide id="3" pos="7425">
          <p15:clr>
            <a:srgbClr val="65CEFF"/>
          </p15:clr>
        </p15:guide>
        <p15:guide id="4" orient="horz" pos="891">
          <p15:clr>
            <a:srgbClr val="65CEFF"/>
          </p15:clr>
        </p15:guide>
        <p15:guide id="5" orient="horz" pos="3658">
          <p15:clr>
            <a:srgbClr val="65CEFF"/>
          </p15:clr>
        </p15:guide>
        <p15:guide id="6" orient="horz" pos="4157">
          <p15:clr>
            <a:srgbClr val="65CEFF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mask&amp;blur Siemens Xcelerator 80pt (motif 1)">
  <p:cSld name="Title mask&amp;blur Siemens Xcelerator 80pt (motif 1)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Headline of the presentation" id="149" name="Google Shape;149;p30"/>
          <p:cNvSpPr txBox="1"/>
          <p:nvPr>
            <p:ph type="title"/>
          </p:nvPr>
        </p:nvSpPr>
        <p:spPr>
          <a:xfrm>
            <a:off x="410400" y="1414464"/>
            <a:ext cx="11376788" cy="2462213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Font typeface="Arial"/>
              <a:buNone/>
              <a:defRPr b="0" sz="8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descr="Subheadline of the presentation" id="150" name="Google Shape;150;p30"/>
          <p:cNvSpPr txBox="1"/>
          <p:nvPr>
            <p:ph idx="1" type="subTitle"/>
          </p:nvPr>
        </p:nvSpPr>
        <p:spPr>
          <a:xfrm>
            <a:off x="411162" y="3876677"/>
            <a:ext cx="9286875" cy="19303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370800">
            <a:noAutofit/>
          </a:bodyPr>
          <a:lstStyle>
            <a:lvl1pPr lv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 sz="3200">
                <a:solidFill>
                  <a:schemeClr val="lt1"/>
                </a:solidFill>
              </a:defRPr>
            </a:lvl1pPr>
            <a:lvl2pPr lvl="1" marR="0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Arial"/>
              <a:buNone/>
              <a:defRPr sz="2400"/>
            </a:lvl2pPr>
            <a:lvl3pPr lvl="2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l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SzPts val="1600"/>
              <a:buNone/>
              <a:defRPr sz="1600"/>
            </a:lvl9pPr>
          </a:lstStyle>
          <a:p/>
        </p:txBody>
      </p:sp>
      <p:pic>
        <p:nvPicPr>
          <p:cNvPr descr="Siemens logo" id="151" name="Google Shape;151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274400" y="6364800"/>
            <a:ext cx="1512000" cy="240408"/>
          </a:xfrm>
          <a:prstGeom prst="rect">
            <a:avLst/>
          </a:prstGeom>
          <a:noFill/>
          <a:ln>
            <a:noFill/>
          </a:ln>
        </p:spPr>
      </p:pic>
      <p:sp>
        <p:nvSpPr>
          <p:cNvPr descr="Footer with copyright, author and department information, and date" id="152" name="Google Shape;152;p30"/>
          <p:cNvSpPr txBox="1"/>
          <p:nvPr>
            <p:ph idx="11" type="ftr"/>
          </p:nvPr>
        </p:nvSpPr>
        <p:spPr>
          <a:xfrm>
            <a:off x="411163" y="6310800"/>
            <a:ext cx="9288000" cy="54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120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259">
          <p15:clr>
            <a:srgbClr val="65CEFF"/>
          </p15:clr>
        </p15:guide>
        <p15:guide id="2" pos="6109">
          <p15:clr>
            <a:srgbClr val="65CEFF"/>
          </p15:clr>
        </p15:guide>
        <p15:guide id="3" pos="7425">
          <p15:clr>
            <a:srgbClr val="65CEFF"/>
          </p15:clr>
        </p15:guide>
        <p15:guide id="4" orient="horz" pos="891">
          <p15:clr>
            <a:srgbClr val="65CEFF"/>
          </p15:clr>
        </p15:guide>
        <p15:guide id="5" orient="horz" pos="3658">
          <p15:clr>
            <a:srgbClr val="65CEFF"/>
          </p15:clr>
        </p15:guide>
        <p15:guide id="6" orient="horz" pos="4157">
          <p15:clr>
            <a:srgbClr val="65CEFF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mask&amp;blur Siemens Xcelerator 60pt (motif 1)">
  <p:cSld name="Title mask&amp;blur Siemens Xcelerator 60pt (motif 1)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Headline of the presentation" id="154" name="Google Shape;154;p31"/>
          <p:cNvSpPr txBox="1"/>
          <p:nvPr>
            <p:ph type="title"/>
          </p:nvPr>
        </p:nvSpPr>
        <p:spPr>
          <a:xfrm>
            <a:off x="410400" y="1414463"/>
            <a:ext cx="11376000" cy="2769989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Arial"/>
              <a:buNone/>
              <a:defRPr b="0" sz="6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descr="Subheadline of the presentation" id="155" name="Google Shape;155;p31"/>
          <p:cNvSpPr txBox="1"/>
          <p:nvPr>
            <p:ph idx="1" type="subTitle"/>
          </p:nvPr>
        </p:nvSpPr>
        <p:spPr>
          <a:xfrm>
            <a:off x="411163" y="4184453"/>
            <a:ext cx="9288000" cy="16226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370800">
            <a:noAutofit/>
          </a:bodyPr>
          <a:lstStyle>
            <a:lvl1pPr lv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1pPr>
            <a:lvl2pPr lvl="1" marR="0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Arial"/>
              <a:buNone/>
              <a:defRPr sz="2400"/>
            </a:lvl2pPr>
            <a:lvl3pPr lvl="2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l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SzPts val="1600"/>
              <a:buNone/>
              <a:defRPr sz="1600"/>
            </a:lvl9pPr>
          </a:lstStyle>
          <a:p/>
        </p:txBody>
      </p:sp>
      <p:pic>
        <p:nvPicPr>
          <p:cNvPr descr="Siemens logo" id="156" name="Google Shape;156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274400" y="6364800"/>
            <a:ext cx="1512000" cy="240408"/>
          </a:xfrm>
          <a:prstGeom prst="rect">
            <a:avLst/>
          </a:prstGeom>
          <a:noFill/>
          <a:ln>
            <a:noFill/>
          </a:ln>
        </p:spPr>
      </p:pic>
      <p:sp>
        <p:nvSpPr>
          <p:cNvPr descr="Footer with copyright, author and department information, and date" id="157" name="Google Shape;157;p31"/>
          <p:cNvSpPr txBox="1"/>
          <p:nvPr>
            <p:ph idx="11" type="ftr"/>
          </p:nvPr>
        </p:nvSpPr>
        <p:spPr>
          <a:xfrm>
            <a:off x="411163" y="6310800"/>
            <a:ext cx="9288000" cy="54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120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259">
          <p15:clr>
            <a:srgbClr val="65CEFF"/>
          </p15:clr>
        </p15:guide>
        <p15:guide id="2" pos="6109">
          <p15:clr>
            <a:srgbClr val="65CEFF"/>
          </p15:clr>
        </p15:guide>
        <p15:guide id="3" pos="7425">
          <p15:clr>
            <a:srgbClr val="65CEFF"/>
          </p15:clr>
        </p15:guide>
        <p15:guide id="4" orient="horz" pos="891">
          <p15:clr>
            <a:srgbClr val="65CEFF"/>
          </p15:clr>
        </p15:guide>
        <p15:guide id="5" orient="horz" pos="3658">
          <p15:clr>
            <a:srgbClr val="65CEFF"/>
          </p15:clr>
        </p15:guide>
        <p15:guide id="6" orient="horz" pos="4157">
          <p15:clr>
            <a:srgbClr val="65CEFF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mask&amp;blur Siemens Xcelerator 40pt (motif 1)">
  <p:cSld name="Title mask&amp;blur Siemens Xcelerator 40pt (motif 1)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Headline of the presentation" id="159" name="Google Shape;159;p32"/>
          <p:cNvSpPr txBox="1"/>
          <p:nvPr>
            <p:ph type="title"/>
          </p:nvPr>
        </p:nvSpPr>
        <p:spPr>
          <a:xfrm>
            <a:off x="410400" y="1414464"/>
            <a:ext cx="9288000" cy="2462213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  <a:defRPr b="0" sz="4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descr="Subheadline of the presentation" id="160" name="Google Shape;160;p32"/>
          <p:cNvSpPr txBox="1"/>
          <p:nvPr>
            <p:ph idx="1" type="subTitle"/>
          </p:nvPr>
        </p:nvSpPr>
        <p:spPr>
          <a:xfrm>
            <a:off x="411163" y="3876675"/>
            <a:ext cx="9288000" cy="193012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370800">
            <a:noAutofit/>
          </a:bodyPr>
          <a:lstStyle>
            <a:lvl1pPr lv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 marR="0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Arial"/>
              <a:buNone/>
              <a:defRPr sz="1600"/>
            </a:lvl2pPr>
            <a:lvl3pPr lvl="2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l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SzPts val="1600"/>
              <a:buNone/>
              <a:defRPr sz="1600"/>
            </a:lvl9pPr>
          </a:lstStyle>
          <a:p/>
        </p:txBody>
      </p:sp>
      <p:pic>
        <p:nvPicPr>
          <p:cNvPr descr="Siemens logo" id="161" name="Google Shape;161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274400" y="6364800"/>
            <a:ext cx="1512000" cy="240408"/>
          </a:xfrm>
          <a:prstGeom prst="rect">
            <a:avLst/>
          </a:prstGeom>
          <a:noFill/>
          <a:ln>
            <a:noFill/>
          </a:ln>
        </p:spPr>
      </p:pic>
      <p:sp>
        <p:nvSpPr>
          <p:cNvPr descr="Footer with copyright, author and department information, and date" id="162" name="Google Shape;162;p32"/>
          <p:cNvSpPr txBox="1"/>
          <p:nvPr>
            <p:ph idx="11" type="ftr"/>
          </p:nvPr>
        </p:nvSpPr>
        <p:spPr>
          <a:xfrm>
            <a:off x="411163" y="6310800"/>
            <a:ext cx="9288000" cy="54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120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259">
          <p15:clr>
            <a:srgbClr val="65CEFF"/>
          </p15:clr>
        </p15:guide>
        <p15:guide id="2" pos="6109">
          <p15:clr>
            <a:srgbClr val="65CEFF"/>
          </p15:clr>
        </p15:guide>
        <p15:guide id="3" pos="7425">
          <p15:clr>
            <a:srgbClr val="65CEFF"/>
          </p15:clr>
        </p15:guide>
        <p15:guide id="4" orient="horz" pos="891">
          <p15:clr>
            <a:srgbClr val="65CEFF"/>
          </p15:clr>
        </p15:guide>
        <p15:guide id="5" orient="horz" pos="3658">
          <p15:clr>
            <a:srgbClr val="65CEFF"/>
          </p15:clr>
        </p15:guide>
        <p15:guide id="6" orient="horz" pos="4157">
          <p15:clr>
            <a:srgbClr val="65CEFF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mask&amp;blur Siemens Xcelerator 80pt (motif 2)">
  <p:cSld name="Title mask&amp;blur Siemens Xcelerator 80pt (motif 2)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Headline of the presentation" id="164" name="Google Shape;164;p33"/>
          <p:cNvSpPr txBox="1"/>
          <p:nvPr>
            <p:ph type="title"/>
          </p:nvPr>
        </p:nvSpPr>
        <p:spPr>
          <a:xfrm>
            <a:off x="410400" y="1414464"/>
            <a:ext cx="11376788" cy="2462213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Font typeface="Arial"/>
              <a:buNone/>
              <a:defRPr b="0" sz="8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descr="Subheadline of the presentation" id="165" name="Google Shape;165;p33"/>
          <p:cNvSpPr txBox="1"/>
          <p:nvPr>
            <p:ph idx="1" type="subTitle"/>
          </p:nvPr>
        </p:nvSpPr>
        <p:spPr>
          <a:xfrm>
            <a:off x="411162" y="3876677"/>
            <a:ext cx="9286875" cy="19303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370800">
            <a:noAutofit/>
          </a:bodyPr>
          <a:lstStyle>
            <a:lvl1pPr lv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 sz="3200">
                <a:solidFill>
                  <a:schemeClr val="lt1"/>
                </a:solidFill>
              </a:defRPr>
            </a:lvl1pPr>
            <a:lvl2pPr lvl="1" marR="0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Arial"/>
              <a:buNone/>
              <a:defRPr sz="2400"/>
            </a:lvl2pPr>
            <a:lvl3pPr lvl="2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l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SzPts val="1600"/>
              <a:buNone/>
              <a:defRPr sz="1600"/>
            </a:lvl9pPr>
          </a:lstStyle>
          <a:p/>
        </p:txBody>
      </p:sp>
      <p:pic>
        <p:nvPicPr>
          <p:cNvPr descr="Siemens logo" id="166" name="Google Shape;166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274400" y="6364800"/>
            <a:ext cx="1512000" cy="240408"/>
          </a:xfrm>
          <a:prstGeom prst="rect">
            <a:avLst/>
          </a:prstGeom>
          <a:noFill/>
          <a:ln>
            <a:noFill/>
          </a:ln>
        </p:spPr>
      </p:pic>
      <p:sp>
        <p:nvSpPr>
          <p:cNvPr descr="Footer with copyright, author and department information, and date" id="167" name="Google Shape;167;p33"/>
          <p:cNvSpPr txBox="1"/>
          <p:nvPr>
            <p:ph idx="11" type="ftr"/>
          </p:nvPr>
        </p:nvSpPr>
        <p:spPr>
          <a:xfrm>
            <a:off x="411163" y="6310800"/>
            <a:ext cx="9288000" cy="54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120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259">
          <p15:clr>
            <a:srgbClr val="65CEFF"/>
          </p15:clr>
        </p15:guide>
        <p15:guide id="2" pos="6109">
          <p15:clr>
            <a:srgbClr val="65CEFF"/>
          </p15:clr>
        </p15:guide>
        <p15:guide id="3" pos="7425">
          <p15:clr>
            <a:srgbClr val="65CEFF"/>
          </p15:clr>
        </p15:guide>
        <p15:guide id="4" orient="horz" pos="891">
          <p15:clr>
            <a:srgbClr val="65CEFF"/>
          </p15:clr>
        </p15:guide>
        <p15:guide id="5" orient="horz" pos="3658">
          <p15:clr>
            <a:srgbClr val="65CEFF"/>
          </p15:clr>
        </p15:guide>
        <p15:guide id="6" orient="horz" pos="4157">
          <p15:clr>
            <a:srgbClr val="65CEFF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mask&amp;blur Siemens Xcelerator 60pt (motif 2)">
  <p:cSld name="Title mask&amp;blur Siemens Xcelerator 60pt (motif 2)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Headline of the presentation" id="169" name="Google Shape;169;p34"/>
          <p:cNvSpPr txBox="1"/>
          <p:nvPr>
            <p:ph type="title"/>
          </p:nvPr>
        </p:nvSpPr>
        <p:spPr>
          <a:xfrm>
            <a:off x="410400" y="1414463"/>
            <a:ext cx="11376000" cy="2769989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Arial"/>
              <a:buNone/>
              <a:defRPr b="0" sz="6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descr="Subheadline of the presentation" id="170" name="Google Shape;170;p34"/>
          <p:cNvSpPr txBox="1"/>
          <p:nvPr>
            <p:ph idx="1" type="subTitle"/>
          </p:nvPr>
        </p:nvSpPr>
        <p:spPr>
          <a:xfrm>
            <a:off x="411163" y="4184453"/>
            <a:ext cx="9288000" cy="16226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370800">
            <a:noAutofit/>
          </a:bodyPr>
          <a:lstStyle>
            <a:lvl1pPr lv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1pPr>
            <a:lvl2pPr lvl="1" marR="0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Arial"/>
              <a:buNone/>
              <a:defRPr sz="2400"/>
            </a:lvl2pPr>
            <a:lvl3pPr lvl="2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l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SzPts val="1600"/>
              <a:buNone/>
              <a:defRPr sz="1600"/>
            </a:lvl9pPr>
          </a:lstStyle>
          <a:p/>
        </p:txBody>
      </p:sp>
      <p:pic>
        <p:nvPicPr>
          <p:cNvPr descr="Siemens logo" id="171" name="Google Shape;171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274400" y="6364800"/>
            <a:ext cx="1512000" cy="240408"/>
          </a:xfrm>
          <a:prstGeom prst="rect">
            <a:avLst/>
          </a:prstGeom>
          <a:noFill/>
          <a:ln>
            <a:noFill/>
          </a:ln>
        </p:spPr>
      </p:pic>
      <p:sp>
        <p:nvSpPr>
          <p:cNvPr descr="Footer with copyright, author and department information, and date" id="172" name="Google Shape;172;p34"/>
          <p:cNvSpPr txBox="1"/>
          <p:nvPr>
            <p:ph idx="11" type="ftr"/>
          </p:nvPr>
        </p:nvSpPr>
        <p:spPr>
          <a:xfrm>
            <a:off x="411163" y="6310800"/>
            <a:ext cx="9288000" cy="54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120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259">
          <p15:clr>
            <a:srgbClr val="65CEFF"/>
          </p15:clr>
        </p15:guide>
        <p15:guide id="2" pos="6109">
          <p15:clr>
            <a:srgbClr val="65CEFF"/>
          </p15:clr>
        </p15:guide>
        <p15:guide id="3" pos="7425">
          <p15:clr>
            <a:srgbClr val="65CEFF"/>
          </p15:clr>
        </p15:guide>
        <p15:guide id="4" orient="horz" pos="891">
          <p15:clr>
            <a:srgbClr val="65CEFF"/>
          </p15:clr>
        </p15:guide>
        <p15:guide id="5" orient="horz" pos="3658">
          <p15:clr>
            <a:srgbClr val="65CEFF"/>
          </p15:clr>
        </p15:guide>
        <p15:guide id="6" orient="horz" pos="4157">
          <p15:clr>
            <a:srgbClr val="65CEFF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mask&amp;blur Siemens Xcelerator 40pt (motif 2)">
  <p:cSld name="Title mask&amp;blur Siemens Xcelerator 40pt (motif 2)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Headline of the presentation" id="174" name="Google Shape;174;p35"/>
          <p:cNvSpPr txBox="1"/>
          <p:nvPr>
            <p:ph type="title"/>
          </p:nvPr>
        </p:nvSpPr>
        <p:spPr>
          <a:xfrm>
            <a:off x="410400" y="1414464"/>
            <a:ext cx="9288000" cy="2462213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  <a:defRPr b="0" sz="4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descr="Subheadline of the presentation" id="175" name="Google Shape;175;p35"/>
          <p:cNvSpPr txBox="1"/>
          <p:nvPr>
            <p:ph idx="1" type="subTitle"/>
          </p:nvPr>
        </p:nvSpPr>
        <p:spPr>
          <a:xfrm>
            <a:off x="411163" y="3876675"/>
            <a:ext cx="9288000" cy="193012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370800">
            <a:noAutofit/>
          </a:bodyPr>
          <a:lstStyle>
            <a:lvl1pPr lv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 marR="0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Arial"/>
              <a:buNone/>
              <a:defRPr sz="1600"/>
            </a:lvl2pPr>
            <a:lvl3pPr lvl="2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l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SzPts val="1600"/>
              <a:buNone/>
              <a:defRPr sz="1600"/>
            </a:lvl9pPr>
          </a:lstStyle>
          <a:p/>
        </p:txBody>
      </p:sp>
      <p:pic>
        <p:nvPicPr>
          <p:cNvPr descr="Siemens logo" id="176" name="Google Shape;176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274400" y="6364800"/>
            <a:ext cx="1512000" cy="240408"/>
          </a:xfrm>
          <a:prstGeom prst="rect">
            <a:avLst/>
          </a:prstGeom>
          <a:noFill/>
          <a:ln>
            <a:noFill/>
          </a:ln>
        </p:spPr>
      </p:pic>
      <p:sp>
        <p:nvSpPr>
          <p:cNvPr descr="Footer with copyright, author and department information, and date" id="177" name="Google Shape;177;p35"/>
          <p:cNvSpPr txBox="1"/>
          <p:nvPr>
            <p:ph idx="11" type="ftr"/>
          </p:nvPr>
        </p:nvSpPr>
        <p:spPr>
          <a:xfrm>
            <a:off x="411163" y="6310800"/>
            <a:ext cx="9288000" cy="54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120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259">
          <p15:clr>
            <a:srgbClr val="65CEFF"/>
          </p15:clr>
        </p15:guide>
        <p15:guide id="2" pos="6109">
          <p15:clr>
            <a:srgbClr val="65CEFF"/>
          </p15:clr>
        </p15:guide>
        <p15:guide id="3" pos="7425">
          <p15:clr>
            <a:srgbClr val="65CEFF"/>
          </p15:clr>
        </p15:guide>
        <p15:guide id="4" orient="horz" pos="891">
          <p15:clr>
            <a:srgbClr val="65CEFF"/>
          </p15:clr>
        </p15:guide>
        <p15:guide id="5" orient="horz" pos="3658">
          <p15:clr>
            <a:srgbClr val="65CEFF"/>
          </p15:clr>
        </p15:guide>
        <p15:guide id="6" orient="horz" pos="4157">
          <p15:clr>
            <a:srgbClr val="65CEFF"/>
          </p15:clr>
        </p15:guide>
      </p15:sldGuideLst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mask&amp;blur Siemens Xcelerator 80pt (motif 3)">
  <p:cSld name="Title mask&amp;blur Siemens Xcelerator 80pt (motif 3)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Headline of the presentation" id="179" name="Google Shape;179;p36"/>
          <p:cNvSpPr txBox="1"/>
          <p:nvPr>
            <p:ph type="title"/>
          </p:nvPr>
        </p:nvSpPr>
        <p:spPr>
          <a:xfrm>
            <a:off x="410400" y="1414464"/>
            <a:ext cx="11376788" cy="2462213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Font typeface="Arial"/>
              <a:buNone/>
              <a:defRPr b="0" sz="8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descr="Subheadline of the presentation" id="180" name="Google Shape;180;p36"/>
          <p:cNvSpPr txBox="1"/>
          <p:nvPr>
            <p:ph idx="1" type="subTitle"/>
          </p:nvPr>
        </p:nvSpPr>
        <p:spPr>
          <a:xfrm>
            <a:off x="411162" y="3876677"/>
            <a:ext cx="9286875" cy="19303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370800">
            <a:noAutofit/>
          </a:bodyPr>
          <a:lstStyle>
            <a:lvl1pPr lv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 sz="3200">
                <a:solidFill>
                  <a:schemeClr val="lt1"/>
                </a:solidFill>
              </a:defRPr>
            </a:lvl1pPr>
            <a:lvl2pPr lvl="1" marR="0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Arial"/>
              <a:buNone/>
              <a:defRPr sz="2400"/>
            </a:lvl2pPr>
            <a:lvl3pPr lvl="2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l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SzPts val="1600"/>
              <a:buNone/>
              <a:defRPr sz="1600"/>
            </a:lvl9pPr>
          </a:lstStyle>
          <a:p/>
        </p:txBody>
      </p:sp>
      <p:pic>
        <p:nvPicPr>
          <p:cNvPr descr="Siemens logo" id="181" name="Google Shape;181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274400" y="6364800"/>
            <a:ext cx="1512000" cy="240408"/>
          </a:xfrm>
          <a:prstGeom prst="rect">
            <a:avLst/>
          </a:prstGeom>
          <a:noFill/>
          <a:ln>
            <a:noFill/>
          </a:ln>
        </p:spPr>
      </p:pic>
      <p:sp>
        <p:nvSpPr>
          <p:cNvPr descr="Footer with copyright, author and department information, and date" id="182" name="Google Shape;182;p36"/>
          <p:cNvSpPr txBox="1"/>
          <p:nvPr>
            <p:ph idx="11" type="ftr"/>
          </p:nvPr>
        </p:nvSpPr>
        <p:spPr>
          <a:xfrm>
            <a:off x="411163" y="6310800"/>
            <a:ext cx="9288000" cy="54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120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259">
          <p15:clr>
            <a:srgbClr val="65CEFF"/>
          </p15:clr>
        </p15:guide>
        <p15:guide id="2" pos="6109">
          <p15:clr>
            <a:srgbClr val="65CEFF"/>
          </p15:clr>
        </p15:guide>
        <p15:guide id="3" pos="7425">
          <p15:clr>
            <a:srgbClr val="65CEFF"/>
          </p15:clr>
        </p15:guide>
        <p15:guide id="4" orient="horz" pos="891">
          <p15:clr>
            <a:srgbClr val="65CEFF"/>
          </p15:clr>
        </p15:guide>
        <p15:guide id="5" orient="horz" pos="3658">
          <p15:clr>
            <a:srgbClr val="65CEFF"/>
          </p15:clr>
        </p15:guide>
        <p15:guide id="6" orient="horz" pos="4157">
          <p15:clr>
            <a:srgbClr val="65CEFF"/>
          </p15:clr>
        </p15:guide>
      </p15:sldGuideLst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mask&amp;blur Siemens Xcelerator 60pt (motif 3)">
  <p:cSld name="Title mask&amp;blur Siemens Xcelerator 60pt (motif 3)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Headline of the presentation" id="184" name="Google Shape;184;p37"/>
          <p:cNvSpPr txBox="1"/>
          <p:nvPr>
            <p:ph type="title"/>
          </p:nvPr>
        </p:nvSpPr>
        <p:spPr>
          <a:xfrm>
            <a:off x="410400" y="1414463"/>
            <a:ext cx="11376000" cy="2769989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Arial"/>
              <a:buNone/>
              <a:defRPr b="0" sz="6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descr="Subheadline of the presentation" id="185" name="Google Shape;185;p37"/>
          <p:cNvSpPr txBox="1"/>
          <p:nvPr>
            <p:ph idx="1" type="subTitle"/>
          </p:nvPr>
        </p:nvSpPr>
        <p:spPr>
          <a:xfrm>
            <a:off x="411163" y="4184453"/>
            <a:ext cx="9288000" cy="16226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370800">
            <a:noAutofit/>
          </a:bodyPr>
          <a:lstStyle>
            <a:lvl1pPr lv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1pPr>
            <a:lvl2pPr lvl="1" marR="0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Arial"/>
              <a:buNone/>
              <a:defRPr sz="2400"/>
            </a:lvl2pPr>
            <a:lvl3pPr lvl="2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l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SzPts val="1600"/>
              <a:buNone/>
              <a:defRPr sz="1600"/>
            </a:lvl9pPr>
          </a:lstStyle>
          <a:p/>
        </p:txBody>
      </p:sp>
      <p:pic>
        <p:nvPicPr>
          <p:cNvPr descr="Siemens logo" id="186" name="Google Shape;186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274400" y="6364800"/>
            <a:ext cx="1512000" cy="240408"/>
          </a:xfrm>
          <a:prstGeom prst="rect">
            <a:avLst/>
          </a:prstGeom>
          <a:noFill/>
          <a:ln>
            <a:noFill/>
          </a:ln>
        </p:spPr>
      </p:pic>
      <p:sp>
        <p:nvSpPr>
          <p:cNvPr descr="Footer with copyright, author and department information, and date" id="187" name="Google Shape;187;p37"/>
          <p:cNvSpPr txBox="1"/>
          <p:nvPr>
            <p:ph idx="11" type="ftr"/>
          </p:nvPr>
        </p:nvSpPr>
        <p:spPr>
          <a:xfrm>
            <a:off x="411163" y="6310800"/>
            <a:ext cx="9288000" cy="54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120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259">
          <p15:clr>
            <a:srgbClr val="65CEFF"/>
          </p15:clr>
        </p15:guide>
        <p15:guide id="2" pos="6109">
          <p15:clr>
            <a:srgbClr val="65CEFF"/>
          </p15:clr>
        </p15:guide>
        <p15:guide id="3" pos="7425">
          <p15:clr>
            <a:srgbClr val="65CEFF"/>
          </p15:clr>
        </p15:guide>
        <p15:guide id="4" orient="horz" pos="891">
          <p15:clr>
            <a:srgbClr val="65CEFF"/>
          </p15:clr>
        </p15:guide>
        <p15:guide id="5" orient="horz" pos="3658">
          <p15:clr>
            <a:srgbClr val="65CEFF"/>
          </p15:clr>
        </p15:guide>
        <p15:guide id="6" orient="horz" pos="4157">
          <p15:clr>
            <a:srgbClr val="65CEFF"/>
          </p15:clr>
        </p15:guide>
      </p15:sldGuideLst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mask&amp;blur Siemens Xcelerator 40pt (motif 3)">
  <p:cSld name="Title mask&amp;blur Siemens Xcelerator 40pt (motif 3)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Headline of the presentation" id="189" name="Google Shape;189;p38"/>
          <p:cNvSpPr txBox="1"/>
          <p:nvPr>
            <p:ph type="title"/>
          </p:nvPr>
        </p:nvSpPr>
        <p:spPr>
          <a:xfrm>
            <a:off x="410400" y="1414464"/>
            <a:ext cx="9288000" cy="2462213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  <a:defRPr b="0" sz="4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descr="Subheadline of the presentation" id="190" name="Google Shape;190;p38"/>
          <p:cNvSpPr txBox="1"/>
          <p:nvPr>
            <p:ph idx="1" type="subTitle"/>
          </p:nvPr>
        </p:nvSpPr>
        <p:spPr>
          <a:xfrm>
            <a:off x="411163" y="3876675"/>
            <a:ext cx="9288000" cy="193012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370800">
            <a:noAutofit/>
          </a:bodyPr>
          <a:lstStyle>
            <a:lvl1pPr lv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 marR="0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Arial"/>
              <a:buNone/>
              <a:defRPr sz="1600"/>
            </a:lvl2pPr>
            <a:lvl3pPr lvl="2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l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SzPts val="1600"/>
              <a:buNone/>
              <a:defRPr sz="1600"/>
            </a:lvl9pPr>
          </a:lstStyle>
          <a:p/>
        </p:txBody>
      </p:sp>
      <p:pic>
        <p:nvPicPr>
          <p:cNvPr descr="Siemens logo" id="191" name="Google Shape;191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274400" y="6364800"/>
            <a:ext cx="1512000" cy="240408"/>
          </a:xfrm>
          <a:prstGeom prst="rect">
            <a:avLst/>
          </a:prstGeom>
          <a:noFill/>
          <a:ln>
            <a:noFill/>
          </a:ln>
        </p:spPr>
      </p:pic>
      <p:sp>
        <p:nvSpPr>
          <p:cNvPr descr="Footer with copyright, author and department information, and date" id="192" name="Google Shape;192;p38"/>
          <p:cNvSpPr txBox="1"/>
          <p:nvPr>
            <p:ph idx="11" type="ftr"/>
          </p:nvPr>
        </p:nvSpPr>
        <p:spPr>
          <a:xfrm>
            <a:off x="411163" y="6310800"/>
            <a:ext cx="9288000" cy="54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120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259">
          <p15:clr>
            <a:srgbClr val="65CEFF"/>
          </p15:clr>
        </p15:guide>
        <p15:guide id="2" pos="6109">
          <p15:clr>
            <a:srgbClr val="65CEFF"/>
          </p15:clr>
        </p15:guide>
        <p15:guide id="3" pos="7425">
          <p15:clr>
            <a:srgbClr val="65CEFF"/>
          </p15:clr>
        </p15:guide>
        <p15:guide id="4" orient="horz" pos="891">
          <p15:clr>
            <a:srgbClr val="65CEFF"/>
          </p15:clr>
        </p15:guide>
        <p15:guide id="5" orient="horz" pos="3658">
          <p15:clr>
            <a:srgbClr val="65CEFF"/>
          </p15:clr>
        </p15:guide>
        <p15:guide id="6" orient="horz" pos="4157">
          <p15:clr>
            <a:srgbClr val="65CEFF"/>
          </p15:clr>
        </p15:guide>
      </p15:sldGuideLst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mask&amp;blur Sustainability 80pt (motif 1)">
  <p:cSld name="Title mask&amp;blur Sustainability 80pt (motif 1)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Headline of the presentation" id="194" name="Google Shape;194;p39"/>
          <p:cNvSpPr txBox="1"/>
          <p:nvPr>
            <p:ph type="title"/>
          </p:nvPr>
        </p:nvSpPr>
        <p:spPr>
          <a:xfrm>
            <a:off x="410400" y="1414464"/>
            <a:ext cx="11376788" cy="2462213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Font typeface="Arial"/>
              <a:buNone/>
              <a:defRPr b="0" sz="8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descr="Subheadline of the presentation" id="195" name="Google Shape;195;p39"/>
          <p:cNvSpPr txBox="1"/>
          <p:nvPr>
            <p:ph idx="1" type="subTitle"/>
          </p:nvPr>
        </p:nvSpPr>
        <p:spPr>
          <a:xfrm>
            <a:off x="411162" y="3876677"/>
            <a:ext cx="9286875" cy="19303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370800">
            <a:noAutofit/>
          </a:bodyPr>
          <a:lstStyle>
            <a:lvl1pPr lv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 sz="3200">
                <a:solidFill>
                  <a:schemeClr val="lt1"/>
                </a:solidFill>
              </a:defRPr>
            </a:lvl1pPr>
            <a:lvl2pPr lvl="1" marR="0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Arial"/>
              <a:buNone/>
              <a:defRPr sz="2400"/>
            </a:lvl2pPr>
            <a:lvl3pPr lvl="2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l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SzPts val="1600"/>
              <a:buNone/>
              <a:defRPr sz="1600"/>
            </a:lvl9pPr>
          </a:lstStyle>
          <a:p/>
        </p:txBody>
      </p:sp>
      <p:pic>
        <p:nvPicPr>
          <p:cNvPr descr="Siemens logo" id="196" name="Google Shape;196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274400" y="6364800"/>
            <a:ext cx="1512000" cy="240408"/>
          </a:xfrm>
          <a:prstGeom prst="rect">
            <a:avLst/>
          </a:prstGeom>
          <a:noFill/>
          <a:ln>
            <a:noFill/>
          </a:ln>
        </p:spPr>
      </p:pic>
      <p:sp>
        <p:nvSpPr>
          <p:cNvPr descr="Footer with copyright, author and department information, and date" id="197" name="Google Shape;197;p39"/>
          <p:cNvSpPr txBox="1"/>
          <p:nvPr>
            <p:ph idx="11" type="ftr"/>
          </p:nvPr>
        </p:nvSpPr>
        <p:spPr>
          <a:xfrm>
            <a:off x="411163" y="6310800"/>
            <a:ext cx="9288000" cy="54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120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259">
          <p15:clr>
            <a:srgbClr val="65CEFF"/>
          </p15:clr>
        </p15:guide>
        <p15:guide id="2" pos="6109">
          <p15:clr>
            <a:srgbClr val="65CEFF"/>
          </p15:clr>
        </p15:guide>
        <p15:guide id="3" pos="7425">
          <p15:clr>
            <a:srgbClr val="65CEFF"/>
          </p15:clr>
        </p15:guide>
        <p15:guide id="4" orient="horz" pos="891">
          <p15:clr>
            <a:srgbClr val="65CEFF"/>
          </p15:clr>
        </p15:guide>
        <p15:guide id="5" orient="horz" pos="3658">
          <p15:clr>
            <a:srgbClr val="65CEFF"/>
          </p15:clr>
        </p15:guide>
        <p15:guide id="6" orient="horz" pos="4157">
          <p15:clr>
            <a:srgbClr val="65CEFF"/>
          </p15:clr>
        </p15:guide>
      </p15:sldGuideLst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mask&amp;blur Sustainability 60pt (motif 1)">
  <p:cSld name="Title mask&amp;blur Sustainability 60pt (motif 1)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Headline of the presentation" id="199" name="Google Shape;199;p40"/>
          <p:cNvSpPr txBox="1"/>
          <p:nvPr>
            <p:ph type="title"/>
          </p:nvPr>
        </p:nvSpPr>
        <p:spPr>
          <a:xfrm>
            <a:off x="410400" y="1414463"/>
            <a:ext cx="11376000" cy="2769989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Arial"/>
              <a:buNone/>
              <a:defRPr b="0" sz="6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descr="Subheadline of the presentation" id="200" name="Google Shape;200;p40"/>
          <p:cNvSpPr txBox="1"/>
          <p:nvPr>
            <p:ph idx="1" type="subTitle"/>
          </p:nvPr>
        </p:nvSpPr>
        <p:spPr>
          <a:xfrm>
            <a:off x="411163" y="4184453"/>
            <a:ext cx="9288000" cy="16226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370800">
            <a:noAutofit/>
          </a:bodyPr>
          <a:lstStyle>
            <a:lvl1pPr lv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1pPr>
            <a:lvl2pPr lvl="1" marR="0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Arial"/>
              <a:buNone/>
              <a:defRPr sz="2400"/>
            </a:lvl2pPr>
            <a:lvl3pPr lvl="2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l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SzPts val="1600"/>
              <a:buNone/>
              <a:defRPr sz="1600"/>
            </a:lvl9pPr>
          </a:lstStyle>
          <a:p/>
        </p:txBody>
      </p:sp>
      <p:pic>
        <p:nvPicPr>
          <p:cNvPr descr="Siemens logo" id="201" name="Google Shape;201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274400" y="6364800"/>
            <a:ext cx="1512000" cy="240408"/>
          </a:xfrm>
          <a:prstGeom prst="rect">
            <a:avLst/>
          </a:prstGeom>
          <a:noFill/>
          <a:ln>
            <a:noFill/>
          </a:ln>
        </p:spPr>
      </p:pic>
      <p:sp>
        <p:nvSpPr>
          <p:cNvPr descr="Footer with copyright, author and department information, and date" id="202" name="Google Shape;202;p40"/>
          <p:cNvSpPr txBox="1"/>
          <p:nvPr>
            <p:ph idx="11" type="ftr"/>
          </p:nvPr>
        </p:nvSpPr>
        <p:spPr>
          <a:xfrm>
            <a:off x="411163" y="6310800"/>
            <a:ext cx="9288000" cy="54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120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259">
          <p15:clr>
            <a:srgbClr val="65CEFF"/>
          </p15:clr>
        </p15:guide>
        <p15:guide id="2" pos="6109">
          <p15:clr>
            <a:srgbClr val="65CEFF"/>
          </p15:clr>
        </p15:guide>
        <p15:guide id="3" pos="7425">
          <p15:clr>
            <a:srgbClr val="65CEFF"/>
          </p15:clr>
        </p15:guide>
        <p15:guide id="4" orient="horz" pos="891">
          <p15:clr>
            <a:srgbClr val="65CEFF"/>
          </p15:clr>
        </p15:guide>
        <p15:guide id="5" orient="horz" pos="3658">
          <p15:clr>
            <a:srgbClr val="65CEFF"/>
          </p15:clr>
        </p15:guide>
        <p15:guide id="6" orient="horz" pos="4157">
          <p15:clr>
            <a:srgbClr val="65CEFF"/>
          </p15:clr>
        </p15:guide>
      </p15:sldGuideLst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mask&amp;blur Sustainability 40pt (motif 1)">
  <p:cSld name="Title mask&amp;blur Sustainability 40pt (motif 1)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Headline of the presentation" id="204" name="Google Shape;204;p41"/>
          <p:cNvSpPr txBox="1"/>
          <p:nvPr>
            <p:ph type="title"/>
          </p:nvPr>
        </p:nvSpPr>
        <p:spPr>
          <a:xfrm>
            <a:off x="410400" y="1414464"/>
            <a:ext cx="9288000" cy="2462213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  <a:defRPr b="0" sz="4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descr="Subheadline of the presentation" id="205" name="Google Shape;205;p41"/>
          <p:cNvSpPr txBox="1"/>
          <p:nvPr>
            <p:ph idx="1" type="subTitle"/>
          </p:nvPr>
        </p:nvSpPr>
        <p:spPr>
          <a:xfrm>
            <a:off x="411163" y="3876675"/>
            <a:ext cx="9288000" cy="193012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370800">
            <a:noAutofit/>
          </a:bodyPr>
          <a:lstStyle>
            <a:lvl1pPr lv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 marR="0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Arial"/>
              <a:buNone/>
              <a:defRPr sz="1600"/>
            </a:lvl2pPr>
            <a:lvl3pPr lvl="2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l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SzPts val="1600"/>
              <a:buNone/>
              <a:defRPr sz="1600"/>
            </a:lvl9pPr>
          </a:lstStyle>
          <a:p/>
        </p:txBody>
      </p:sp>
      <p:pic>
        <p:nvPicPr>
          <p:cNvPr descr="Siemens logo" id="206" name="Google Shape;206;p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274400" y="6364800"/>
            <a:ext cx="1512000" cy="240408"/>
          </a:xfrm>
          <a:prstGeom prst="rect">
            <a:avLst/>
          </a:prstGeom>
          <a:noFill/>
          <a:ln>
            <a:noFill/>
          </a:ln>
        </p:spPr>
      </p:pic>
      <p:sp>
        <p:nvSpPr>
          <p:cNvPr descr="Footer with copyright, author and department information, and date" id="207" name="Google Shape;207;p41"/>
          <p:cNvSpPr txBox="1"/>
          <p:nvPr>
            <p:ph idx="11" type="ftr"/>
          </p:nvPr>
        </p:nvSpPr>
        <p:spPr>
          <a:xfrm>
            <a:off x="411163" y="6310800"/>
            <a:ext cx="9288000" cy="54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120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259">
          <p15:clr>
            <a:srgbClr val="65CEFF"/>
          </p15:clr>
        </p15:guide>
        <p15:guide id="2" pos="6109">
          <p15:clr>
            <a:srgbClr val="65CEFF"/>
          </p15:clr>
        </p15:guide>
        <p15:guide id="3" pos="7425">
          <p15:clr>
            <a:srgbClr val="65CEFF"/>
          </p15:clr>
        </p15:guide>
        <p15:guide id="4" orient="horz" pos="891">
          <p15:clr>
            <a:srgbClr val="65CEFF"/>
          </p15:clr>
        </p15:guide>
        <p15:guide id="5" orient="horz" pos="3658">
          <p15:clr>
            <a:srgbClr val="65CEFF"/>
          </p15:clr>
        </p15:guide>
        <p15:guide id="6" orient="horz" pos="4157">
          <p15:clr>
            <a:srgbClr val="65CEFF"/>
          </p15:clr>
        </p15:guide>
      </p15:sldGuideLst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mask&amp;blur Sustainability 80pt (motif 2)">
  <p:cSld name="Title mask&amp;blur Sustainability 80pt (motif 2)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Headline of the presentation" id="209" name="Google Shape;209;p42"/>
          <p:cNvSpPr txBox="1"/>
          <p:nvPr>
            <p:ph type="title"/>
          </p:nvPr>
        </p:nvSpPr>
        <p:spPr>
          <a:xfrm>
            <a:off x="410400" y="1414464"/>
            <a:ext cx="11376788" cy="2462213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Font typeface="Arial"/>
              <a:buNone/>
              <a:defRPr b="0" sz="8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descr="Subheadline of the presentation" id="210" name="Google Shape;210;p42"/>
          <p:cNvSpPr txBox="1"/>
          <p:nvPr>
            <p:ph idx="1" type="subTitle"/>
          </p:nvPr>
        </p:nvSpPr>
        <p:spPr>
          <a:xfrm>
            <a:off x="411162" y="3876677"/>
            <a:ext cx="9286875" cy="19303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370800">
            <a:noAutofit/>
          </a:bodyPr>
          <a:lstStyle>
            <a:lvl1pPr lv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 sz="3200">
                <a:solidFill>
                  <a:schemeClr val="lt1"/>
                </a:solidFill>
              </a:defRPr>
            </a:lvl1pPr>
            <a:lvl2pPr lvl="1" marR="0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Arial"/>
              <a:buNone/>
              <a:defRPr sz="2400"/>
            </a:lvl2pPr>
            <a:lvl3pPr lvl="2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l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SzPts val="1600"/>
              <a:buNone/>
              <a:defRPr sz="1600"/>
            </a:lvl9pPr>
          </a:lstStyle>
          <a:p/>
        </p:txBody>
      </p:sp>
      <p:pic>
        <p:nvPicPr>
          <p:cNvPr descr="Siemens logo" id="211" name="Google Shape;211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274400" y="6364800"/>
            <a:ext cx="1512000" cy="240408"/>
          </a:xfrm>
          <a:prstGeom prst="rect">
            <a:avLst/>
          </a:prstGeom>
          <a:noFill/>
          <a:ln>
            <a:noFill/>
          </a:ln>
        </p:spPr>
      </p:pic>
      <p:sp>
        <p:nvSpPr>
          <p:cNvPr descr="Footer with copyright, author and department information, and date" id="212" name="Google Shape;212;p42"/>
          <p:cNvSpPr txBox="1"/>
          <p:nvPr>
            <p:ph idx="11" type="ftr"/>
          </p:nvPr>
        </p:nvSpPr>
        <p:spPr>
          <a:xfrm>
            <a:off x="411163" y="6310800"/>
            <a:ext cx="9288000" cy="54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120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259">
          <p15:clr>
            <a:srgbClr val="65CEFF"/>
          </p15:clr>
        </p15:guide>
        <p15:guide id="2" pos="6109">
          <p15:clr>
            <a:srgbClr val="65CEFF"/>
          </p15:clr>
        </p15:guide>
        <p15:guide id="3" pos="7425">
          <p15:clr>
            <a:srgbClr val="65CEFF"/>
          </p15:clr>
        </p15:guide>
        <p15:guide id="4" orient="horz" pos="891">
          <p15:clr>
            <a:srgbClr val="65CEFF"/>
          </p15:clr>
        </p15:guide>
        <p15:guide id="5" orient="horz" pos="3658">
          <p15:clr>
            <a:srgbClr val="65CEFF"/>
          </p15:clr>
        </p15:guide>
        <p15:guide id="6" orient="horz" pos="4157">
          <p15:clr>
            <a:srgbClr val="65CEFF"/>
          </p15:clr>
        </p15:guide>
      </p15:sldGuideLst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mask&amp;blur Sustainability 60pt (motif 2)">
  <p:cSld name="Title mask&amp;blur Sustainability 60pt (motif 2)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Headline of the presentation" id="214" name="Google Shape;214;p43"/>
          <p:cNvSpPr txBox="1"/>
          <p:nvPr>
            <p:ph type="title"/>
          </p:nvPr>
        </p:nvSpPr>
        <p:spPr>
          <a:xfrm>
            <a:off x="410400" y="1414463"/>
            <a:ext cx="11376000" cy="2769989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Arial"/>
              <a:buNone/>
              <a:defRPr b="0" sz="6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descr="Subheadline of the presentation" id="215" name="Google Shape;215;p43"/>
          <p:cNvSpPr txBox="1"/>
          <p:nvPr>
            <p:ph idx="1" type="subTitle"/>
          </p:nvPr>
        </p:nvSpPr>
        <p:spPr>
          <a:xfrm>
            <a:off x="411163" y="4184453"/>
            <a:ext cx="9288000" cy="16226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370800">
            <a:noAutofit/>
          </a:bodyPr>
          <a:lstStyle>
            <a:lvl1pPr lv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1pPr>
            <a:lvl2pPr lvl="1" marR="0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Arial"/>
              <a:buNone/>
              <a:defRPr sz="2400"/>
            </a:lvl2pPr>
            <a:lvl3pPr lvl="2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l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SzPts val="1600"/>
              <a:buNone/>
              <a:defRPr sz="1600"/>
            </a:lvl9pPr>
          </a:lstStyle>
          <a:p/>
        </p:txBody>
      </p:sp>
      <p:pic>
        <p:nvPicPr>
          <p:cNvPr descr="Siemens logo" id="216" name="Google Shape;216;p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274400" y="6364800"/>
            <a:ext cx="1512000" cy="240408"/>
          </a:xfrm>
          <a:prstGeom prst="rect">
            <a:avLst/>
          </a:prstGeom>
          <a:noFill/>
          <a:ln>
            <a:noFill/>
          </a:ln>
        </p:spPr>
      </p:pic>
      <p:sp>
        <p:nvSpPr>
          <p:cNvPr descr="Footer with copyright, author and department information, and date" id="217" name="Google Shape;217;p43"/>
          <p:cNvSpPr txBox="1"/>
          <p:nvPr>
            <p:ph idx="11" type="ftr"/>
          </p:nvPr>
        </p:nvSpPr>
        <p:spPr>
          <a:xfrm>
            <a:off x="411163" y="6310800"/>
            <a:ext cx="9288000" cy="54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120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259">
          <p15:clr>
            <a:srgbClr val="65CEFF"/>
          </p15:clr>
        </p15:guide>
        <p15:guide id="2" pos="6109">
          <p15:clr>
            <a:srgbClr val="65CEFF"/>
          </p15:clr>
        </p15:guide>
        <p15:guide id="3" pos="7425">
          <p15:clr>
            <a:srgbClr val="65CEFF"/>
          </p15:clr>
        </p15:guide>
        <p15:guide id="4" orient="horz" pos="891">
          <p15:clr>
            <a:srgbClr val="65CEFF"/>
          </p15:clr>
        </p15:guide>
        <p15:guide id="5" orient="horz" pos="3658">
          <p15:clr>
            <a:srgbClr val="65CEFF"/>
          </p15:clr>
        </p15:guide>
        <p15:guide id="6" orient="horz" pos="4157">
          <p15:clr>
            <a:srgbClr val="65CEFF"/>
          </p15:clr>
        </p15:guide>
      </p15:sldGuideLst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mask&amp;blur Sustainability 40pt (motif 2)">
  <p:cSld name="Title mask&amp;blur Sustainability 40pt (motif 2)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Headline of the presentation" id="219" name="Google Shape;219;p44"/>
          <p:cNvSpPr txBox="1"/>
          <p:nvPr>
            <p:ph type="title"/>
          </p:nvPr>
        </p:nvSpPr>
        <p:spPr>
          <a:xfrm>
            <a:off x="410400" y="1414464"/>
            <a:ext cx="9288000" cy="2462213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  <a:defRPr b="0" sz="4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descr="Subheadline of the presentation" id="220" name="Google Shape;220;p44"/>
          <p:cNvSpPr txBox="1"/>
          <p:nvPr>
            <p:ph idx="1" type="subTitle"/>
          </p:nvPr>
        </p:nvSpPr>
        <p:spPr>
          <a:xfrm>
            <a:off x="411163" y="3876675"/>
            <a:ext cx="9288000" cy="193012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370800">
            <a:noAutofit/>
          </a:bodyPr>
          <a:lstStyle>
            <a:lvl1pPr lv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 marR="0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Arial"/>
              <a:buNone/>
              <a:defRPr sz="1600"/>
            </a:lvl2pPr>
            <a:lvl3pPr lvl="2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l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SzPts val="1600"/>
              <a:buNone/>
              <a:defRPr sz="1600"/>
            </a:lvl9pPr>
          </a:lstStyle>
          <a:p/>
        </p:txBody>
      </p:sp>
      <p:pic>
        <p:nvPicPr>
          <p:cNvPr descr="Siemens logo" id="221" name="Google Shape;221;p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274400" y="6364800"/>
            <a:ext cx="1512000" cy="240408"/>
          </a:xfrm>
          <a:prstGeom prst="rect">
            <a:avLst/>
          </a:prstGeom>
          <a:noFill/>
          <a:ln>
            <a:noFill/>
          </a:ln>
        </p:spPr>
      </p:pic>
      <p:sp>
        <p:nvSpPr>
          <p:cNvPr descr="Footer with copyright, author and department information, and date" id="222" name="Google Shape;222;p44"/>
          <p:cNvSpPr txBox="1"/>
          <p:nvPr>
            <p:ph idx="11" type="ftr"/>
          </p:nvPr>
        </p:nvSpPr>
        <p:spPr>
          <a:xfrm>
            <a:off x="411163" y="6310800"/>
            <a:ext cx="9288000" cy="54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120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259">
          <p15:clr>
            <a:srgbClr val="65CEFF"/>
          </p15:clr>
        </p15:guide>
        <p15:guide id="2" pos="6109">
          <p15:clr>
            <a:srgbClr val="65CEFF"/>
          </p15:clr>
        </p15:guide>
        <p15:guide id="3" pos="7425">
          <p15:clr>
            <a:srgbClr val="65CEFF"/>
          </p15:clr>
        </p15:guide>
        <p15:guide id="4" orient="horz" pos="891">
          <p15:clr>
            <a:srgbClr val="65CEFF"/>
          </p15:clr>
        </p15:guide>
        <p15:guide id="5" orient="horz" pos="3658">
          <p15:clr>
            <a:srgbClr val="65CEFF"/>
          </p15:clr>
        </p15:guide>
        <p15:guide id="6" orient="horz" pos="4157">
          <p15:clr>
            <a:srgbClr val="65CEFF"/>
          </p15:clr>
        </p15:guide>
      </p15:sldGuideLst>
    </p:ext>
  </p:extLst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mask&amp;blur Sustainability 80pt (motif 3)">
  <p:cSld name="Title mask&amp;blur Sustainability 80pt (motif 3)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Headline of the presentation" id="224" name="Google Shape;224;p45"/>
          <p:cNvSpPr txBox="1"/>
          <p:nvPr>
            <p:ph type="title"/>
          </p:nvPr>
        </p:nvSpPr>
        <p:spPr>
          <a:xfrm>
            <a:off x="410400" y="1414464"/>
            <a:ext cx="11376788" cy="2462213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Font typeface="Arial"/>
              <a:buNone/>
              <a:defRPr b="0" sz="8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descr="Subheadline of the presentation" id="225" name="Google Shape;225;p45"/>
          <p:cNvSpPr txBox="1"/>
          <p:nvPr>
            <p:ph idx="1" type="subTitle"/>
          </p:nvPr>
        </p:nvSpPr>
        <p:spPr>
          <a:xfrm>
            <a:off x="411162" y="3876677"/>
            <a:ext cx="9286875" cy="19303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370800">
            <a:noAutofit/>
          </a:bodyPr>
          <a:lstStyle>
            <a:lvl1pPr lv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 sz="3200">
                <a:solidFill>
                  <a:schemeClr val="lt1"/>
                </a:solidFill>
              </a:defRPr>
            </a:lvl1pPr>
            <a:lvl2pPr lvl="1" marR="0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Arial"/>
              <a:buNone/>
              <a:defRPr sz="2400"/>
            </a:lvl2pPr>
            <a:lvl3pPr lvl="2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l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SzPts val="1600"/>
              <a:buNone/>
              <a:defRPr sz="1600"/>
            </a:lvl9pPr>
          </a:lstStyle>
          <a:p/>
        </p:txBody>
      </p:sp>
      <p:pic>
        <p:nvPicPr>
          <p:cNvPr descr="Siemens logo" id="226" name="Google Shape;226;p4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274400" y="6364800"/>
            <a:ext cx="1512000" cy="240408"/>
          </a:xfrm>
          <a:prstGeom prst="rect">
            <a:avLst/>
          </a:prstGeom>
          <a:noFill/>
          <a:ln>
            <a:noFill/>
          </a:ln>
        </p:spPr>
      </p:pic>
      <p:sp>
        <p:nvSpPr>
          <p:cNvPr descr="Footer with copyright, author and department information, and date" id="227" name="Google Shape;227;p45"/>
          <p:cNvSpPr txBox="1"/>
          <p:nvPr>
            <p:ph idx="11" type="ftr"/>
          </p:nvPr>
        </p:nvSpPr>
        <p:spPr>
          <a:xfrm>
            <a:off x="411163" y="6310800"/>
            <a:ext cx="9288000" cy="54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120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259">
          <p15:clr>
            <a:srgbClr val="65CEFF"/>
          </p15:clr>
        </p15:guide>
        <p15:guide id="2" pos="6109">
          <p15:clr>
            <a:srgbClr val="65CEFF"/>
          </p15:clr>
        </p15:guide>
        <p15:guide id="3" pos="7425">
          <p15:clr>
            <a:srgbClr val="65CEFF"/>
          </p15:clr>
        </p15:guide>
        <p15:guide id="4" orient="horz" pos="891">
          <p15:clr>
            <a:srgbClr val="65CEFF"/>
          </p15:clr>
        </p15:guide>
        <p15:guide id="5" orient="horz" pos="3658">
          <p15:clr>
            <a:srgbClr val="65CEFF"/>
          </p15:clr>
        </p15:guide>
        <p15:guide id="6" orient="horz" pos="4157">
          <p15:clr>
            <a:srgbClr val="65CEFF"/>
          </p15:clr>
        </p15:guide>
      </p15:sldGuideLst>
    </p:ext>
  </p:extLst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mask&amp;blur Sustainability 60pt (motif 3)">
  <p:cSld name="Title mask&amp;blur Sustainability 60pt (motif 3)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Headline of the presentation" id="229" name="Google Shape;229;p46"/>
          <p:cNvSpPr txBox="1"/>
          <p:nvPr>
            <p:ph type="title"/>
          </p:nvPr>
        </p:nvSpPr>
        <p:spPr>
          <a:xfrm>
            <a:off x="410400" y="1414463"/>
            <a:ext cx="11376000" cy="2769989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Arial"/>
              <a:buNone/>
              <a:defRPr b="0" sz="6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descr="Subheadline of the presentation" id="230" name="Google Shape;230;p46"/>
          <p:cNvSpPr txBox="1"/>
          <p:nvPr>
            <p:ph idx="1" type="subTitle"/>
          </p:nvPr>
        </p:nvSpPr>
        <p:spPr>
          <a:xfrm>
            <a:off x="411163" y="4184453"/>
            <a:ext cx="9288000" cy="16226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370800">
            <a:noAutofit/>
          </a:bodyPr>
          <a:lstStyle>
            <a:lvl1pPr lv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1pPr>
            <a:lvl2pPr lvl="1" marR="0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Arial"/>
              <a:buNone/>
              <a:defRPr sz="2400"/>
            </a:lvl2pPr>
            <a:lvl3pPr lvl="2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l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SzPts val="1600"/>
              <a:buNone/>
              <a:defRPr sz="1600"/>
            </a:lvl9pPr>
          </a:lstStyle>
          <a:p/>
        </p:txBody>
      </p:sp>
      <p:pic>
        <p:nvPicPr>
          <p:cNvPr descr="Siemens logo" id="231" name="Google Shape;231;p4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274400" y="6364800"/>
            <a:ext cx="1512000" cy="240408"/>
          </a:xfrm>
          <a:prstGeom prst="rect">
            <a:avLst/>
          </a:prstGeom>
          <a:noFill/>
          <a:ln>
            <a:noFill/>
          </a:ln>
        </p:spPr>
      </p:pic>
      <p:sp>
        <p:nvSpPr>
          <p:cNvPr descr="Footer with copyright, author and department information, and date" id="232" name="Google Shape;232;p46"/>
          <p:cNvSpPr txBox="1"/>
          <p:nvPr>
            <p:ph idx="11" type="ftr"/>
          </p:nvPr>
        </p:nvSpPr>
        <p:spPr>
          <a:xfrm>
            <a:off x="411163" y="6310800"/>
            <a:ext cx="9288000" cy="54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120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259">
          <p15:clr>
            <a:srgbClr val="65CEFF"/>
          </p15:clr>
        </p15:guide>
        <p15:guide id="2" pos="6109">
          <p15:clr>
            <a:srgbClr val="65CEFF"/>
          </p15:clr>
        </p15:guide>
        <p15:guide id="3" pos="7425">
          <p15:clr>
            <a:srgbClr val="65CEFF"/>
          </p15:clr>
        </p15:guide>
        <p15:guide id="4" orient="horz" pos="891">
          <p15:clr>
            <a:srgbClr val="65CEFF"/>
          </p15:clr>
        </p15:guide>
        <p15:guide id="5" orient="horz" pos="3658">
          <p15:clr>
            <a:srgbClr val="65CEFF"/>
          </p15:clr>
        </p15:guide>
        <p15:guide id="6" orient="horz" pos="4157">
          <p15:clr>
            <a:srgbClr val="65CEFF"/>
          </p15:clr>
        </p15:guide>
      </p15:sldGuideLst>
    </p:ext>
  </p:extLst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mask&amp;blur Sustainability 40pt (motif 3)">
  <p:cSld name="Title mask&amp;blur Sustainability 40pt (motif 3)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Headline of the presentation" id="234" name="Google Shape;234;p47"/>
          <p:cNvSpPr txBox="1"/>
          <p:nvPr>
            <p:ph type="title"/>
          </p:nvPr>
        </p:nvSpPr>
        <p:spPr>
          <a:xfrm>
            <a:off x="410400" y="1414464"/>
            <a:ext cx="9288000" cy="2462213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  <a:defRPr b="0" sz="4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descr="Subheadline of the presentation" id="235" name="Google Shape;235;p47"/>
          <p:cNvSpPr txBox="1"/>
          <p:nvPr>
            <p:ph idx="1" type="subTitle"/>
          </p:nvPr>
        </p:nvSpPr>
        <p:spPr>
          <a:xfrm>
            <a:off x="411163" y="3876675"/>
            <a:ext cx="9288000" cy="193012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370800">
            <a:noAutofit/>
          </a:bodyPr>
          <a:lstStyle>
            <a:lvl1pPr lv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 marR="0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Arial"/>
              <a:buNone/>
              <a:defRPr sz="1600"/>
            </a:lvl2pPr>
            <a:lvl3pPr lvl="2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l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SzPts val="1600"/>
              <a:buNone/>
              <a:defRPr sz="1600"/>
            </a:lvl9pPr>
          </a:lstStyle>
          <a:p/>
        </p:txBody>
      </p:sp>
      <p:pic>
        <p:nvPicPr>
          <p:cNvPr descr="Siemens logo" id="236" name="Google Shape;236;p4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274400" y="6364800"/>
            <a:ext cx="1512000" cy="240408"/>
          </a:xfrm>
          <a:prstGeom prst="rect">
            <a:avLst/>
          </a:prstGeom>
          <a:noFill/>
          <a:ln>
            <a:noFill/>
          </a:ln>
        </p:spPr>
      </p:pic>
      <p:sp>
        <p:nvSpPr>
          <p:cNvPr descr="Footer with copyright, author and department information, and date" id="237" name="Google Shape;237;p47"/>
          <p:cNvSpPr txBox="1"/>
          <p:nvPr>
            <p:ph idx="11" type="ftr"/>
          </p:nvPr>
        </p:nvSpPr>
        <p:spPr>
          <a:xfrm>
            <a:off x="411163" y="6310800"/>
            <a:ext cx="9288000" cy="54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120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259">
          <p15:clr>
            <a:srgbClr val="65CEFF"/>
          </p15:clr>
        </p15:guide>
        <p15:guide id="2" pos="6109">
          <p15:clr>
            <a:srgbClr val="65CEFF"/>
          </p15:clr>
        </p15:guide>
        <p15:guide id="3" pos="7425">
          <p15:clr>
            <a:srgbClr val="65CEFF"/>
          </p15:clr>
        </p15:guide>
        <p15:guide id="4" orient="horz" pos="891">
          <p15:clr>
            <a:srgbClr val="65CEFF"/>
          </p15:clr>
        </p15:guide>
        <p15:guide id="5" orient="horz" pos="3658">
          <p15:clr>
            <a:srgbClr val="65CEFF"/>
          </p15:clr>
        </p15:guide>
        <p15:guide id="6" orient="horz" pos="4157">
          <p15:clr>
            <a:srgbClr val="65CEFF"/>
          </p15:clr>
        </p15:guide>
      </p15:sldGuideLst>
    </p:ext>
  </p:extLst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picture dark 48pt">
  <p:cSld name="Title picture dark 48pt">
    <p:bg>
      <p:bgPr>
        <a:solidFill>
          <a:schemeClr val="dk2"/>
        </a:solidFill>
      </p:bgPr>
    </p:bg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Headline of the presentation" id="239" name="Google Shape;239;p48"/>
          <p:cNvSpPr txBox="1"/>
          <p:nvPr>
            <p:ph type="title"/>
          </p:nvPr>
        </p:nvSpPr>
        <p:spPr>
          <a:xfrm>
            <a:off x="410401" y="3780000"/>
            <a:ext cx="9287638" cy="14773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  <a:defRPr b="0"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descr="Subheadline of the presentation" id="240" name="Google Shape;240;p48"/>
          <p:cNvSpPr txBox="1"/>
          <p:nvPr>
            <p:ph idx="1" type="subTitle"/>
          </p:nvPr>
        </p:nvSpPr>
        <p:spPr>
          <a:xfrm>
            <a:off x="411162" y="5256000"/>
            <a:ext cx="9288000" cy="9114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52000">
            <a:noAutofit/>
          </a:bodyPr>
          <a:lstStyle>
            <a:lvl1pPr lv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400"/>
              <a:buNone/>
              <a:defRPr sz="1400"/>
            </a:lvl4pPr>
            <a:lvl5pPr lvl="4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400"/>
              <a:buNone/>
              <a:defRPr sz="1400"/>
            </a:lvl5pPr>
            <a:lvl6pPr lvl="5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400"/>
              <a:buNone/>
              <a:defRPr sz="1400"/>
            </a:lvl6pPr>
            <a:lvl7pPr lvl="6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400"/>
              <a:buNone/>
              <a:defRPr sz="1400"/>
            </a:lvl7pPr>
            <a:lvl8pPr lvl="7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400"/>
              <a:buNone/>
              <a:defRPr sz="1400"/>
            </a:lvl8pPr>
            <a:lvl9pPr lvl="8" algn="l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SzPts val="1400"/>
              <a:buNone/>
              <a:defRPr sz="1400"/>
            </a:lvl9pPr>
          </a:lstStyle>
          <a:p/>
        </p:txBody>
      </p:sp>
      <p:sp>
        <p:nvSpPr>
          <p:cNvPr descr="Title picture – please describe further" id="241" name="Google Shape;241;p48"/>
          <p:cNvSpPr/>
          <p:nvPr>
            <p:ph idx="2" type="pic"/>
          </p:nvPr>
        </p:nvSpPr>
        <p:spPr>
          <a:xfrm>
            <a:off x="0" y="0"/>
            <a:ext cx="12192000" cy="3502800"/>
          </a:xfrm>
          <a:prstGeom prst="rect">
            <a:avLst/>
          </a:prstGeom>
          <a:solidFill>
            <a:srgbClr val="9999A9"/>
          </a:solidFill>
          <a:ln>
            <a:noFill/>
          </a:ln>
        </p:spPr>
      </p:sp>
      <p:pic>
        <p:nvPicPr>
          <p:cNvPr descr="Siemens logo" id="242" name="Google Shape;242;p4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274400" y="6364800"/>
            <a:ext cx="1512000" cy="240408"/>
          </a:xfrm>
          <a:prstGeom prst="rect">
            <a:avLst/>
          </a:prstGeom>
          <a:noFill/>
          <a:ln>
            <a:noFill/>
          </a:ln>
        </p:spPr>
      </p:pic>
      <p:sp>
        <p:nvSpPr>
          <p:cNvPr descr="Footer with copyright, author and department information, and date" id="243" name="Google Shape;243;p48"/>
          <p:cNvSpPr txBox="1"/>
          <p:nvPr>
            <p:ph idx="11" type="ftr"/>
          </p:nvPr>
        </p:nvSpPr>
        <p:spPr>
          <a:xfrm>
            <a:off x="411162" y="6310800"/>
            <a:ext cx="9288000" cy="54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120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259">
          <p15:clr>
            <a:srgbClr val="65CEFF"/>
          </p15:clr>
        </p15:guide>
        <p15:guide id="2" pos="6109">
          <p15:clr>
            <a:srgbClr val="65CEFF"/>
          </p15:clr>
        </p15:guide>
        <p15:guide id="3" pos="7425">
          <p15:clr>
            <a:srgbClr val="65CEFF"/>
          </p15:clr>
        </p15:guide>
        <p15:guide id="4" orient="horz" pos="2206">
          <p15:clr>
            <a:srgbClr val="65CEFF"/>
          </p15:clr>
        </p15:guide>
        <p15:guide id="5" orient="horz" pos="3885">
          <p15:clr>
            <a:srgbClr val="65CEFF"/>
          </p15:clr>
        </p15:guide>
        <p15:guide id="6" orient="horz" pos="4157">
          <p15:clr>
            <a:srgbClr val="65CEFF"/>
          </p15:clr>
        </p15:guide>
      </p15:sldGuideLst>
    </p:ext>
  </p:extLst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picture dark 40pt">
  <p:cSld name="Title picture dark 40pt">
    <p:bg>
      <p:bgPr>
        <a:solidFill>
          <a:schemeClr val="dk2"/>
        </a:solidFill>
      </p:bgPr>
    </p:bg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Headline of the presentation" id="245" name="Google Shape;245;p49"/>
          <p:cNvSpPr txBox="1"/>
          <p:nvPr>
            <p:ph type="title"/>
          </p:nvPr>
        </p:nvSpPr>
        <p:spPr>
          <a:xfrm>
            <a:off x="410401" y="3780000"/>
            <a:ext cx="9287638" cy="123110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  <a:defRPr b="0" sz="4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descr="Subheadline of the presentation" id="246" name="Google Shape;246;p49"/>
          <p:cNvSpPr txBox="1"/>
          <p:nvPr>
            <p:ph idx="1" type="subTitle"/>
          </p:nvPr>
        </p:nvSpPr>
        <p:spPr>
          <a:xfrm>
            <a:off x="411162" y="5011106"/>
            <a:ext cx="9288000" cy="11563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52000">
            <a:noAutofit/>
          </a:bodyPr>
          <a:lstStyle>
            <a:lvl1pPr lv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400"/>
              <a:buNone/>
              <a:defRPr sz="1400"/>
            </a:lvl4pPr>
            <a:lvl5pPr lvl="4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400"/>
              <a:buNone/>
              <a:defRPr sz="1400"/>
            </a:lvl5pPr>
            <a:lvl6pPr lvl="5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400"/>
              <a:buNone/>
              <a:defRPr sz="1400"/>
            </a:lvl6pPr>
            <a:lvl7pPr lvl="6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400"/>
              <a:buNone/>
              <a:defRPr sz="1400"/>
            </a:lvl7pPr>
            <a:lvl8pPr lvl="7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400"/>
              <a:buNone/>
              <a:defRPr sz="1400"/>
            </a:lvl8pPr>
            <a:lvl9pPr lvl="8" algn="l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SzPts val="1400"/>
              <a:buNone/>
              <a:defRPr sz="1400"/>
            </a:lvl9pPr>
          </a:lstStyle>
          <a:p/>
        </p:txBody>
      </p:sp>
      <p:sp>
        <p:nvSpPr>
          <p:cNvPr descr="Title picture – please describe further" id="247" name="Google Shape;247;p49"/>
          <p:cNvSpPr/>
          <p:nvPr>
            <p:ph idx="2" type="pic"/>
          </p:nvPr>
        </p:nvSpPr>
        <p:spPr>
          <a:xfrm>
            <a:off x="0" y="0"/>
            <a:ext cx="12192000" cy="3502800"/>
          </a:xfrm>
          <a:prstGeom prst="rect">
            <a:avLst/>
          </a:prstGeom>
          <a:solidFill>
            <a:srgbClr val="9999A9"/>
          </a:solidFill>
          <a:ln>
            <a:noFill/>
          </a:ln>
        </p:spPr>
      </p:sp>
      <p:pic>
        <p:nvPicPr>
          <p:cNvPr descr="Siemens logo" id="248" name="Google Shape;248;p4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274400" y="6364800"/>
            <a:ext cx="1512000" cy="240408"/>
          </a:xfrm>
          <a:prstGeom prst="rect">
            <a:avLst/>
          </a:prstGeom>
          <a:noFill/>
          <a:ln>
            <a:noFill/>
          </a:ln>
        </p:spPr>
      </p:pic>
      <p:sp>
        <p:nvSpPr>
          <p:cNvPr descr="Footer with copyright, author and department information, and date" id="249" name="Google Shape;249;p49"/>
          <p:cNvSpPr txBox="1"/>
          <p:nvPr>
            <p:ph idx="11" type="ftr"/>
          </p:nvPr>
        </p:nvSpPr>
        <p:spPr>
          <a:xfrm>
            <a:off x="411162" y="6310800"/>
            <a:ext cx="9288000" cy="54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120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259">
          <p15:clr>
            <a:srgbClr val="65CEFF"/>
          </p15:clr>
        </p15:guide>
        <p15:guide id="2" pos="6109">
          <p15:clr>
            <a:srgbClr val="65CEFF"/>
          </p15:clr>
        </p15:guide>
        <p15:guide id="3" pos="7425">
          <p15:clr>
            <a:srgbClr val="65CEFF"/>
          </p15:clr>
        </p15:guide>
        <p15:guide id="4" orient="horz" pos="2206">
          <p15:clr>
            <a:srgbClr val="65CEFF"/>
          </p15:clr>
        </p15:guide>
        <p15:guide id="5" orient="horz" pos="3885">
          <p15:clr>
            <a:srgbClr val="65CEFF"/>
          </p15:clr>
        </p15:guide>
        <p15:guide id="6" orient="horz" pos="4157">
          <p15:clr>
            <a:srgbClr val="65CEFF"/>
          </p15:clr>
        </p15:guide>
      </p15:sldGuideLst>
    </p:ext>
  </p:extLst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picture dark 36pt">
  <p:cSld name="Title picture dark 36pt">
    <p:bg>
      <p:bgPr>
        <a:solidFill>
          <a:schemeClr val="dk2"/>
        </a:solidFill>
      </p:bgPr>
    </p:bg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Headline of the presentation" id="251" name="Google Shape;251;p50"/>
          <p:cNvSpPr txBox="1"/>
          <p:nvPr>
            <p:ph type="title"/>
          </p:nvPr>
        </p:nvSpPr>
        <p:spPr>
          <a:xfrm>
            <a:off x="410401" y="3780000"/>
            <a:ext cx="9287638" cy="166199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  <a:defRPr b="0"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descr="Subheadline of the presentation" id="252" name="Google Shape;252;p50"/>
          <p:cNvSpPr txBox="1"/>
          <p:nvPr>
            <p:ph idx="1" type="subTitle"/>
          </p:nvPr>
        </p:nvSpPr>
        <p:spPr>
          <a:xfrm>
            <a:off x="411162" y="5441992"/>
            <a:ext cx="9288000" cy="7254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52000">
            <a:noAutofit/>
          </a:bodyPr>
          <a:lstStyle>
            <a:lvl1pPr lv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400"/>
              <a:buNone/>
              <a:defRPr sz="1400"/>
            </a:lvl2pPr>
            <a:lvl3pPr lvl="2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400"/>
              <a:buNone/>
              <a:defRPr sz="1400"/>
            </a:lvl4pPr>
            <a:lvl5pPr lvl="4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400"/>
              <a:buNone/>
              <a:defRPr sz="1400"/>
            </a:lvl5pPr>
            <a:lvl6pPr lvl="5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400"/>
              <a:buNone/>
              <a:defRPr sz="1400"/>
            </a:lvl6pPr>
            <a:lvl7pPr lvl="6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400"/>
              <a:buNone/>
              <a:defRPr sz="1400"/>
            </a:lvl7pPr>
            <a:lvl8pPr lvl="7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400"/>
              <a:buNone/>
              <a:defRPr sz="1400"/>
            </a:lvl8pPr>
            <a:lvl9pPr lvl="8" algn="l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SzPts val="1400"/>
              <a:buNone/>
              <a:defRPr sz="1400"/>
            </a:lvl9pPr>
          </a:lstStyle>
          <a:p/>
        </p:txBody>
      </p:sp>
      <p:sp>
        <p:nvSpPr>
          <p:cNvPr descr="Title picture – please describe further" id="253" name="Google Shape;253;p50"/>
          <p:cNvSpPr/>
          <p:nvPr>
            <p:ph idx="2" type="pic"/>
          </p:nvPr>
        </p:nvSpPr>
        <p:spPr>
          <a:xfrm>
            <a:off x="0" y="0"/>
            <a:ext cx="12192000" cy="3502800"/>
          </a:xfrm>
          <a:prstGeom prst="rect">
            <a:avLst/>
          </a:prstGeom>
          <a:solidFill>
            <a:srgbClr val="9999A9"/>
          </a:solidFill>
          <a:ln>
            <a:noFill/>
          </a:ln>
        </p:spPr>
      </p:sp>
      <p:pic>
        <p:nvPicPr>
          <p:cNvPr descr="Siemens logo" id="254" name="Google Shape;254;p5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274400" y="6364800"/>
            <a:ext cx="1512000" cy="240408"/>
          </a:xfrm>
          <a:prstGeom prst="rect">
            <a:avLst/>
          </a:prstGeom>
          <a:noFill/>
          <a:ln>
            <a:noFill/>
          </a:ln>
        </p:spPr>
      </p:pic>
      <p:sp>
        <p:nvSpPr>
          <p:cNvPr descr="Footer with copyright, author and department information, and date" id="255" name="Google Shape;255;p50"/>
          <p:cNvSpPr txBox="1"/>
          <p:nvPr>
            <p:ph idx="11" type="ftr"/>
          </p:nvPr>
        </p:nvSpPr>
        <p:spPr>
          <a:xfrm>
            <a:off x="411162" y="6310800"/>
            <a:ext cx="9288000" cy="54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120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259">
          <p15:clr>
            <a:srgbClr val="65CEFF"/>
          </p15:clr>
        </p15:guide>
        <p15:guide id="2" pos="6109">
          <p15:clr>
            <a:srgbClr val="65CEFF"/>
          </p15:clr>
        </p15:guide>
        <p15:guide id="3" pos="7425">
          <p15:clr>
            <a:srgbClr val="65CEFF"/>
          </p15:clr>
        </p15:guide>
        <p15:guide id="4" orient="horz" pos="2206">
          <p15:clr>
            <a:srgbClr val="65CEFF"/>
          </p15:clr>
        </p15:guide>
        <p15:guide id="5" orient="horz" pos="3885">
          <p15:clr>
            <a:srgbClr val="65CEFF"/>
          </p15:clr>
        </p15:guide>
        <p15:guide id="6" orient="horz" pos="4157">
          <p15:clr>
            <a:srgbClr val="65CEFF"/>
          </p15:clr>
        </p15:guide>
      </p15:sldGuideLst>
    </p:ext>
  </p:extLst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picture Gradient 48pt">
  <p:cSld name="Title picture Gradient 48pt">
    <p:bg>
      <p:bgPr>
        <a:gradFill>
          <a:gsLst>
            <a:gs pos="0">
              <a:schemeClr val="dk2"/>
            </a:gs>
            <a:gs pos="40000">
              <a:schemeClr val="dk2"/>
            </a:gs>
            <a:gs pos="100000">
              <a:schemeClr val="accent1"/>
            </a:gs>
          </a:gsLst>
          <a:path path="circle">
            <a:fillToRect l="100%" t="100%"/>
          </a:path>
          <a:tileRect b="-100%" r="-100%"/>
        </a:gradFill>
      </p:bgPr>
    </p:bg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51"/>
          <p:cNvSpPr/>
          <p:nvPr/>
        </p:nvSpPr>
        <p:spPr>
          <a:xfrm>
            <a:off x="0" y="3502025"/>
            <a:ext cx="12192000" cy="3355975"/>
          </a:xfrm>
          <a:prstGeom prst="rect">
            <a:avLst/>
          </a:prstGeom>
          <a:gradFill>
            <a:gsLst>
              <a:gs pos="0">
                <a:schemeClr val="accent6"/>
              </a:gs>
              <a:gs pos="40000">
                <a:srgbClr val="000028">
                  <a:alpha val="49803"/>
                </a:srgbClr>
              </a:gs>
              <a:gs pos="100000">
                <a:srgbClr val="000028">
                  <a:alpha val="0"/>
                </a:srgbClr>
              </a:gs>
            </a:gsLst>
            <a:lin ang="16200000" scaled="0"/>
          </a:gradFill>
          <a:ln>
            <a:noFill/>
          </a:ln>
        </p:spPr>
        <p:txBody>
          <a:bodyPr anchorCtr="0" anchor="t" bIns="72000" lIns="108000" spcFirstLastPara="1" rIns="108000" wrap="square" tIns="72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Headline of the presentation" id="258" name="Google Shape;258;p51"/>
          <p:cNvSpPr txBox="1"/>
          <p:nvPr>
            <p:ph type="title"/>
          </p:nvPr>
        </p:nvSpPr>
        <p:spPr>
          <a:xfrm>
            <a:off x="410401" y="3780000"/>
            <a:ext cx="9287638" cy="14773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  <a:defRPr b="0"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descr="Subheadline of the presentation" id="259" name="Google Shape;259;p51"/>
          <p:cNvSpPr txBox="1"/>
          <p:nvPr>
            <p:ph idx="1" type="subTitle"/>
          </p:nvPr>
        </p:nvSpPr>
        <p:spPr>
          <a:xfrm>
            <a:off x="411162" y="5256000"/>
            <a:ext cx="9288000" cy="9114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52000">
            <a:noAutofit/>
          </a:bodyPr>
          <a:lstStyle>
            <a:lvl1pPr lv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400"/>
              <a:buNone/>
              <a:defRPr sz="1400"/>
            </a:lvl4pPr>
            <a:lvl5pPr lvl="4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400"/>
              <a:buNone/>
              <a:defRPr sz="1400"/>
            </a:lvl5pPr>
            <a:lvl6pPr lvl="5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400"/>
              <a:buNone/>
              <a:defRPr sz="1400"/>
            </a:lvl6pPr>
            <a:lvl7pPr lvl="6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400"/>
              <a:buNone/>
              <a:defRPr sz="1400"/>
            </a:lvl7pPr>
            <a:lvl8pPr lvl="7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400"/>
              <a:buNone/>
              <a:defRPr sz="1400"/>
            </a:lvl8pPr>
            <a:lvl9pPr lvl="8" algn="l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SzPts val="1400"/>
              <a:buNone/>
              <a:defRPr sz="1400"/>
            </a:lvl9pPr>
          </a:lstStyle>
          <a:p/>
        </p:txBody>
      </p:sp>
      <p:sp>
        <p:nvSpPr>
          <p:cNvPr descr="Title picture – please describe further" id="260" name="Google Shape;260;p51"/>
          <p:cNvSpPr/>
          <p:nvPr>
            <p:ph idx="2" type="pic"/>
          </p:nvPr>
        </p:nvSpPr>
        <p:spPr>
          <a:xfrm>
            <a:off x="0" y="0"/>
            <a:ext cx="12192000" cy="3502800"/>
          </a:xfrm>
          <a:prstGeom prst="rect">
            <a:avLst/>
          </a:prstGeom>
          <a:solidFill>
            <a:srgbClr val="9999A9"/>
          </a:solidFill>
          <a:ln>
            <a:noFill/>
          </a:ln>
        </p:spPr>
      </p:sp>
      <p:pic>
        <p:nvPicPr>
          <p:cNvPr descr="Siemens logo" id="261" name="Google Shape;261;p5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274400" y="6364800"/>
            <a:ext cx="1512000" cy="240408"/>
          </a:xfrm>
          <a:prstGeom prst="rect">
            <a:avLst/>
          </a:prstGeom>
          <a:noFill/>
          <a:ln>
            <a:noFill/>
          </a:ln>
        </p:spPr>
      </p:pic>
      <p:sp>
        <p:nvSpPr>
          <p:cNvPr descr="Footer with copyright, author and department information, and date" id="262" name="Google Shape;262;p51"/>
          <p:cNvSpPr txBox="1"/>
          <p:nvPr>
            <p:ph idx="11" type="ftr"/>
          </p:nvPr>
        </p:nvSpPr>
        <p:spPr>
          <a:xfrm>
            <a:off x="411162" y="6310800"/>
            <a:ext cx="9288000" cy="54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120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259">
          <p15:clr>
            <a:srgbClr val="65CEFF"/>
          </p15:clr>
        </p15:guide>
        <p15:guide id="2" pos="6109">
          <p15:clr>
            <a:srgbClr val="65CEFF"/>
          </p15:clr>
        </p15:guide>
        <p15:guide id="3" pos="7425">
          <p15:clr>
            <a:srgbClr val="65CEFF"/>
          </p15:clr>
        </p15:guide>
        <p15:guide id="4" orient="horz" pos="2206">
          <p15:clr>
            <a:srgbClr val="65CEFF"/>
          </p15:clr>
        </p15:guide>
        <p15:guide id="5" orient="horz" pos="3885">
          <p15:clr>
            <a:srgbClr val="65CEFF"/>
          </p15:clr>
        </p15:guide>
        <p15:guide id="6" orient="horz" pos="4157">
          <p15:clr>
            <a:srgbClr val="65CEFF"/>
          </p15:clr>
        </p15:guide>
      </p15:sldGuideLst>
    </p:ext>
  </p:extLst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picture Gradient 40pt">
  <p:cSld name="Title picture Gradient 40pt">
    <p:bg>
      <p:bgPr>
        <a:gradFill>
          <a:gsLst>
            <a:gs pos="0">
              <a:schemeClr val="dk2"/>
            </a:gs>
            <a:gs pos="40000">
              <a:schemeClr val="dk2"/>
            </a:gs>
            <a:gs pos="100000">
              <a:schemeClr val="accent1"/>
            </a:gs>
          </a:gsLst>
          <a:path path="circle">
            <a:fillToRect l="100%" t="100%"/>
          </a:path>
          <a:tileRect b="-100%" r="-100%"/>
        </a:gradFill>
      </p:bgPr>
    </p:bg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52"/>
          <p:cNvSpPr/>
          <p:nvPr/>
        </p:nvSpPr>
        <p:spPr>
          <a:xfrm>
            <a:off x="0" y="3502025"/>
            <a:ext cx="12192000" cy="3355975"/>
          </a:xfrm>
          <a:prstGeom prst="rect">
            <a:avLst/>
          </a:prstGeom>
          <a:gradFill>
            <a:gsLst>
              <a:gs pos="0">
                <a:schemeClr val="accent6"/>
              </a:gs>
              <a:gs pos="40000">
                <a:srgbClr val="000028">
                  <a:alpha val="49803"/>
                </a:srgbClr>
              </a:gs>
              <a:gs pos="100000">
                <a:srgbClr val="000028">
                  <a:alpha val="0"/>
                </a:srgbClr>
              </a:gs>
            </a:gsLst>
            <a:lin ang="16200000" scaled="0"/>
          </a:gradFill>
          <a:ln>
            <a:noFill/>
          </a:ln>
        </p:spPr>
        <p:txBody>
          <a:bodyPr anchorCtr="0" anchor="t" bIns="72000" lIns="108000" spcFirstLastPara="1" rIns="108000" wrap="square" tIns="72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Headline of the presentation" id="265" name="Google Shape;265;p52"/>
          <p:cNvSpPr txBox="1"/>
          <p:nvPr>
            <p:ph type="title"/>
          </p:nvPr>
        </p:nvSpPr>
        <p:spPr>
          <a:xfrm>
            <a:off x="410401" y="3780000"/>
            <a:ext cx="9287638" cy="123110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  <a:defRPr b="0" sz="4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descr="Subheadline of the presentation" id="266" name="Google Shape;266;p52"/>
          <p:cNvSpPr txBox="1"/>
          <p:nvPr>
            <p:ph idx="1" type="subTitle"/>
          </p:nvPr>
        </p:nvSpPr>
        <p:spPr>
          <a:xfrm>
            <a:off x="411162" y="5011106"/>
            <a:ext cx="9288000" cy="11563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52000">
            <a:noAutofit/>
          </a:bodyPr>
          <a:lstStyle>
            <a:lvl1pPr lv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400"/>
              <a:buNone/>
              <a:defRPr sz="1400"/>
            </a:lvl4pPr>
            <a:lvl5pPr lvl="4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400"/>
              <a:buNone/>
              <a:defRPr sz="1400"/>
            </a:lvl5pPr>
            <a:lvl6pPr lvl="5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400"/>
              <a:buNone/>
              <a:defRPr sz="1400"/>
            </a:lvl6pPr>
            <a:lvl7pPr lvl="6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400"/>
              <a:buNone/>
              <a:defRPr sz="1400"/>
            </a:lvl7pPr>
            <a:lvl8pPr lvl="7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400"/>
              <a:buNone/>
              <a:defRPr sz="1400"/>
            </a:lvl8pPr>
            <a:lvl9pPr lvl="8" algn="l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SzPts val="1400"/>
              <a:buNone/>
              <a:defRPr sz="1400"/>
            </a:lvl9pPr>
          </a:lstStyle>
          <a:p/>
        </p:txBody>
      </p:sp>
      <p:sp>
        <p:nvSpPr>
          <p:cNvPr descr="Title picture – please describe further" id="267" name="Google Shape;267;p52"/>
          <p:cNvSpPr/>
          <p:nvPr>
            <p:ph idx="2" type="pic"/>
          </p:nvPr>
        </p:nvSpPr>
        <p:spPr>
          <a:xfrm>
            <a:off x="0" y="0"/>
            <a:ext cx="12192000" cy="3502800"/>
          </a:xfrm>
          <a:prstGeom prst="rect">
            <a:avLst/>
          </a:prstGeom>
          <a:solidFill>
            <a:srgbClr val="9999A9"/>
          </a:solidFill>
          <a:ln>
            <a:noFill/>
          </a:ln>
        </p:spPr>
      </p:sp>
      <p:pic>
        <p:nvPicPr>
          <p:cNvPr descr="Siemens logo" id="268" name="Google Shape;268;p5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274400" y="6364800"/>
            <a:ext cx="1512000" cy="240408"/>
          </a:xfrm>
          <a:prstGeom prst="rect">
            <a:avLst/>
          </a:prstGeom>
          <a:noFill/>
          <a:ln>
            <a:noFill/>
          </a:ln>
        </p:spPr>
      </p:pic>
      <p:sp>
        <p:nvSpPr>
          <p:cNvPr descr="Footer with copyright, author and department information, and date" id="269" name="Google Shape;269;p52"/>
          <p:cNvSpPr txBox="1"/>
          <p:nvPr>
            <p:ph idx="11" type="ftr"/>
          </p:nvPr>
        </p:nvSpPr>
        <p:spPr>
          <a:xfrm>
            <a:off x="411162" y="6310800"/>
            <a:ext cx="9288000" cy="54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120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259">
          <p15:clr>
            <a:srgbClr val="65CEFF"/>
          </p15:clr>
        </p15:guide>
        <p15:guide id="2" pos="6109">
          <p15:clr>
            <a:srgbClr val="65CEFF"/>
          </p15:clr>
        </p15:guide>
        <p15:guide id="3" pos="7425">
          <p15:clr>
            <a:srgbClr val="65CEFF"/>
          </p15:clr>
        </p15:guide>
        <p15:guide id="4" orient="horz" pos="2206">
          <p15:clr>
            <a:srgbClr val="65CEFF"/>
          </p15:clr>
        </p15:guide>
        <p15:guide id="5" orient="horz" pos="3885">
          <p15:clr>
            <a:srgbClr val="65CEFF"/>
          </p15:clr>
        </p15:guide>
        <p15:guide id="6" orient="horz" pos="4157">
          <p15:clr>
            <a:srgbClr val="65CEFF"/>
          </p15:clr>
        </p15:guide>
      </p15:sldGuideLst>
    </p:ext>
  </p:extLst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picture Gradient 36pt">
  <p:cSld name="Title picture Gradient 36pt">
    <p:bg>
      <p:bgPr>
        <a:gradFill>
          <a:gsLst>
            <a:gs pos="0">
              <a:schemeClr val="dk2"/>
            </a:gs>
            <a:gs pos="40000">
              <a:schemeClr val="dk2"/>
            </a:gs>
            <a:gs pos="100000">
              <a:schemeClr val="accent1"/>
            </a:gs>
          </a:gsLst>
          <a:path path="circle">
            <a:fillToRect l="100%" t="100%"/>
          </a:path>
          <a:tileRect b="-100%" r="-100%"/>
        </a:gradFill>
      </p:bgPr>
    </p:bg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53"/>
          <p:cNvSpPr/>
          <p:nvPr/>
        </p:nvSpPr>
        <p:spPr>
          <a:xfrm>
            <a:off x="0" y="3502025"/>
            <a:ext cx="12192000" cy="3355975"/>
          </a:xfrm>
          <a:prstGeom prst="rect">
            <a:avLst/>
          </a:prstGeom>
          <a:gradFill>
            <a:gsLst>
              <a:gs pos="0">
                <a:schemeClr val="accent6"/>
              </a:gs>
              <a:gs pos="40000">
                <a:srgbClr val="000028">
                  <a:alpha val="49803"/>
                </a:srgbClr>
              </a:gs>
              <a:gs pos="100000">
                <a:srgbClr val="000028">
                  <a:alpha val="0"/>
                </a:srgbClr>
              </a:gs>
            </a:gsLst>
            <a:lin ang="16200000" scaled="0"/>
          </a:gradFill>
          <a:ln>
            <a:noFill/>
          </a:ln>
        </p:spPr>
        <p:txBody>
          <a:bodyPr anchorCtr="0" anchor="t" bIns="72000" lIns="108000" spcFirstLastPara="1" rIns="108000" wrap="square" tIns="72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Headline of the presentation" id="272" name="Google Shape;272;p53"/>
          <p:cNvSpPr txBox="1"/>
          <p:nvPr>
            <p:ph type="title"/>
          </p:nvPr>
        </p:nvSpPr>
        <p:spPr>
          <a:xfrm>
            <a:off x="410401" y="3780000"/>
            <a:ext cx="9287638" cy="166199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  <a:defRPr b="0"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descr="Subheadline of the presentation" id="273" name="Google Shape;273;p53"/>
          <p:cNvSpPr txBox="1"/>
          <p:nvPr>
            <p:ph idx="1" type="subTitle"/>
          </p:nvPr>
        </p:nvSpPr>
        <p:spPr>
          <a:xfrm>
            <a:off x="411162" y="5441992"/>
            <a:ext cx="9288000" cy="7254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52000">
            <a:noAutofit/>
          </a:bodyPr>
          <a:lstStyle>
            <a:lvl1pPr lv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400"/>
              <a:buNone/>
              <a:defRPr sz="1400"/>
            </a:lvl2pPr>
            <a:lvl3pPr lvl="2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400"/>
              <a:buNone/>
              <a:defRPr sz="1400"/>
            </a:lvl4pPr>
            <a:lvl5pPr lvl="4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400"/>
              <a:buNone/>
              <a:defRPr sz="1400"/>
            </a:lvl5pPr>
            <a:lvl6pPr lvl="5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400"/>
              <a:buNone/>
              <a:defRPr sz="1400"/>
            </a:lvl6pPr>
            <a:lvl7pPr lvl="6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400"/>
              <a:buNone/>
              <a:defRPr sz="1400"/>
            </a:lvl7pPr>
            <a:lvl8pPr lvl="7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400"/>
              <a:buNone/>
              <a:defRPr sz="1400"/>
            </a:lvl8pPr>
            <a:lvl9pPr lvl="8" algn="l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SzPts val="1400"/>
              <a:buNone/>
              <a:defRPr sz="1400"/>
            </a:lvl9pPr>
          </a:lstStyle>
          <a:p/>
        </p:txBody>
      </p:sp>
      <p:sp>
        <p:nvSpPr>
          <p:cNvPr descr="Title picture – please describe further" id="274" name="Google Shape;274;p53"/>
          <p:cNvSpPr/>
          <p:nvPr>
            <p:ph idx="2" type="pic"/>
          </p:nvPr>
        </p:nvSpPr>
        <p:spPr>
          <a:xfrm>
            <a:off x="0" y="0"/>
            <a:ext cx="12192000" cy="3502800"/>
          </a:xfrm>
          <a:prstGeom prst="rect">
            <a:avLst/>
          </a:prstGeom>
          <a:solidFill>
            <a:srgbClr val="9999A9"/>
          </a:solidFill>
          <a:ln>
            <a:noFill/>
          </a:ln>
        </p:spPr>
      </p:sp>
      <p:pic>
        <p:nvPicPr>
          <p:cNvPr descr="Siemens logo" id="275" name="Google Shape;275;p5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274400" y="6364800"/>
            <a:ext cx="1512000" cy="240408"/>
          </a:xfrm>
          <a:prstGeom prst="rect">
            <a:avLst/>
          </a:prstGeom>
          <a:noFill/>
          <a:ln>
            <a:noFill/>
          </a:ln>
        </p:spPr>
      </p:pic>
      <p:sp>
        <p:nvSpPr>
          <p:cNvPr descr="Footer with copyright, author and department information, and date" id="276" name="Google Shape;276;p53"/>
          <p:cNvSpPr txBox="1"/>
          <p:nvPr>
            <p:ph idx="11" type="ftr"/>
          </p:nvPr>
        </p:nvSpPr>
        <p:spPr>
          <a:xfrm>
            <a:off x="411162" y="6310800"/>
            <a:ext cx="9288000" cy="54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120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259">
          <p15:clr>
            <a:srgbClr val="65CEFF"/>
          </p15:clr>
        </p15:guide>
        <p15:guide id="2" pos="6109">
          <p15:clr>
            <a:srgbClr val="65CEFF"/>
          </p15:clr>
        </p15:guide>
        <p15:guide id="3" pos="7425">
          <p15:clr>
            <a:srgbClr val="65CEFF"/>
          </p15:clr>
        </p15:guide>
        <p15:guide id="4" orient="horz" pos="2206">
          <p15:clr>
            <a:srgbClr val="65CEFF"/>
          </p15:clr>
        </p15:guide>
        <p15:guide id="5" orient="horz" pos="3885">
          <p15:clr>
            <a:srgbClr val="65CEFF"/>
          </p15:clr>
        </p15:guide>
        <p15:guide id="6" orient="horz" pos="4157">
          <p15:clr>
            <a:srgbClr val="65CEFF"/>
          </p15:clr>
        </p15:guide>
      </p15:sldGuideLst>
    </p:ext>
  </p:extLst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picture light 48pt">
  <p:cSld name="Title picture light 48pt">
    <p:bg>
      <p:bgPr>
        <a:solidFill>
          <a:schemeClr val="lt2"/>
        </a:solidFill>
      </p:bgPr>
    </p:bg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Headline of the presentation" id="278" name="Google Shape;278;p54"/>
          <p:cNvSpPr txBox="1"/>
          <p:nvPr>
            <p:ph type="title"/>
          </p:nvPr>
        </p:nvSpPr>
        <p:spPr>
          <a:xfrm>
            <a:off x="410401" y="3780000"/>
            <a:ext cx="9287638" cy="14773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Arial"/>
              <a:buNone/>
              <a:defRPr b="0" sz="48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descr="Subheadline of the presentation" id="279" name="Google Shape;279;p54"/>
          <p:cNvSpPr txBox="1"/>
          <p:nvPr>
            <p:ph idx="1" type="subTitle"/>
          </p:nvPr>
        </p:nvSpPr>
        <p:spPr>
          <a:xfrm>
            <a:off x="411162" y="5256000"/>
            <a:ext cx="9288000" cy="9114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52000">
            <a:noAutofit/>
          </a:bodyPr>
          <a:lstStyle>
            <a:lvl1pPr lv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1pPr>
            <a:lvl2pPr lvl="1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400"/>
              <a:buNone/>
              <a:defRPr sz="1400"/>
            </a:lvl4pPr>
            <a:lvl5pPr lvl="4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400"/>
              <a:buNone/>
              <a:defRPr sz="1400"/>
            </a:lvl5pPr>
            <a:lvl6pPr lvl="5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400"/>
              <a:buNone/>
              <a:defRPr sz="1400"/>
            </a:lvl6pPr>
            <a:lvl7pPr lvl="6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400"/>
              <a:buNone/>
              <a:defRPr sz="1400"/>
            </a:lvl7pPr>
            <a:lvl8pPr lvl="7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400"/>
              <a:buNone/>
              <a:defRPr sz="1400"/>
            </a:lvl8pPr>
            <a:lvl9pPr lvl="8" algn="l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SzPts val="1400"/>
              <a:buNone/>
              <a:defRPr sz="1400"/>
            </a:lvl9pPr>
          </a:lstStyle>
          <a:p/>
        </p:txBody>
      </p:sp>
      <p:sp>
        <p:nvSpPr>
          <p:cNvPr descr="Title picture – please describe further" id="280" name="Google Shape;280;p54"/>
          <p:cNvSpPr/>
          <p:nvPr>
            <p:ph idx="2" type="pic"/>
          </p:nvPr>
        </p:nvSpPr>
        <p:spPr>
          <a:xfrm>
            <a:off x="0" y="0"/>
            <a:ext cx="12192000" cy="3502800"/>
          </a:xfrm>
          <a:prstGeom prst="rect">
            <a:avLst/>
          </a:prstGeom>
          <a:solidFill>
            <a:srgbClr val="9999A9"/>
          </a:solidFill>
          <a:ln>
            <a:noFill/>
          </a:ln>
        </p:spPr>
      </p:sp>
      <p:pic>
        <p:nvPicPr>
          <p:cNvPr descr="Siemens logo" id="281" name="Google Shape;281;p5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274400" y="6364800"/>
            <a:ext cx="1512000" cy="240408"/>
          </a:xfrm>
          <a:prstGeom prst="rect">
            <a:avLst/>
          </a:prstGeom>
          <a:noFill/>
          <a:ln>
            <a:noFill/>
          </a:ln>
        </p:spPr>
      </p:pic>
      <p:sp>
        <p:nvSpPr>
          <p:cNvPr descr="Footer with copyright, author and department information, and date" id="282" name="Google Shape;282;p54"/>
          <p:cNvSpPr txBox="1"/>
          <p:nvPr>
            <p:ph idx="11" type="ftr"/>
          </p:nvPr>
        </p:nvSpPr>
        <p:spPr>
          <a:xfrm>
            <a:off x="411162" y="6310800"/>
            <a:ext cx="9288000" cy="54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120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259">
          <p15:clr>
            <a:srgbClr val="65CEFF"/>
          </p15:clr>
        </p15:guide>
        <p15:guide id="2" pos="6109">
          <p15:clr>
            <a:srgbClr val="65CEFF"/>
          </p15:clr>
        </p15:guide>
        <p15:guide id="3" pos="7425">
          <p15:clr>
            <a:srgbClr val="65CEFF"/>
          </p15:clr>
        </p15:guide>
        <p15:guide id="4" orient="horz" pos="2206">
          <p15:clr>
            <a:srgbClr val="65CEFF"/>
          </p15:clr>
        </p15:guide>
        <p15:guide id="5" orient="horz" pos="3885">
          <p15:clr>
            <a:srgbClr val="65CEFF"/>
          </p15:clr>
        </p15:guide>
        <p15:guide id="6" orient="horz" pos="4157">
          <p15:clr>
            <a:srgbClr val="65CEFF"/>
          </p15:clr>
        </p15:guide>
      </p15:sldGuideLst>
    </p:ext>
  </p:extLst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picture light 40pt">
  <p:cSld name="Title picture light 40pt">
    <p:bg>
      <p:bgPr>
        <a:solidFill>
          <a:schemeClr val="lt2"/>
        </a:solidFill>
      </p:bgPr>
    </p:bg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Headline of the presentation" id="284" name="Google Shape;284;p55"/>
          <p:cNvSpPr txBox="1"/>
          <p:nvPr>
            <p:ph type="title"/>
          </p:nvPr>
        </p:nvSpPr>
        <p:spPr>
          <a:xfrm>
            <a:off x="410401" y="3780000"/>
            <a:ext cx="9287638" cy="123110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Arial"/>
              <a:buNone/>
              <a:defRPr b="0" sz="4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descr="Subheadline of the presentation" id="285" name="Google Shape;285;p55"/>
          <p:cNvSpPr txBox="1"/>
          <p:nvPr>
            <p:ph idx="1" type="subTitle"/>
          </p:nvPr>
        </p:nvSpPr>
        <p:spPr>
          <a:xfrm>
            <a:off x="411162" y="5011106"/>
            <a:ext cx="9288000" cy="11563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52000">
            <a:noAutofit/>
          </a:bodyPr>
          <a:lstStyle>
            <a:lvl1pPr lv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1pPr>
            <a:lvl2pPr lvl="1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400"/>
              <a:buNone/>
              <a:defRPr sz="1400"/>
            </a:lvl4pPr>
            <a:lvl5pPr lvl="4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400"/>
              <a:buNone/>
              <a:defRPr sz="1400"/>
            </a:lvl5pPr>
            <a:lvl6pPr lvl="5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400"/>
              <a:buNone/>
              <a:defRPr sz="1400"/>
            </a:lvl6pPr>
            <a:lvl7pPr lvl="6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400"/>
              <a:buNone/>
              <a:defRPr sz="1400"/>
            </a:lvl7pPr>
            <a:lvl8pPr lvl="7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400"/>
              <a:buNone/>
              <a:defRPr sz="1400"/>
            </a:lvl8pPr>
            <a:lvl9pPr lvl="8" algn="l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SzPts val="1400"/>
              <a:buNone/>
              <a:defRPr sz="1400"/>
            </a:lvl9pPr>
          </a:lstStyle>
          <a:p/>
        </p:txBody>
      </p:sp>
      <p:sp>
        <p:nvSpPr>
          <p:cNvPr descr="Title picture – please describe further" id="286" name="Google Shape;286;p55"/>
          <p:cNvSpPr/>
          <p:nvPr>
            <p:ph idx="2" type="pic"/>
          </p:nvPr>
        </p:nvSpPr>
        <p:spPr>
          <a:xfrm>
            <a:off x="0" y="0"/>
            <a:ext cx="12192000" cy="3502800"/>
          </a:xfrm>
          <a:prstGeom prst="rect">
            <a:avLst/>
          </a:prstGeom>
          <a:solidFill>
            <a:srgbClr val="9999A9"/>
          </a:solidFill>
          <a:ln>
            <a:noFill/>
          </a:ln>
        </p:spPr>
      </p:sp>
      <p:pic>
        <p:nvPicPr>
          <p:cNvPr descr="Siemens logo" id="287" name="Google Shape;287;p5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274400" y="6364800"/>
            <a:ext cx="1512000" cy="240408"/>
          </a:xfrm>
          <a:prstGeom prst="rect">
            <a:avLst/>
          </a:prstGeom>
          <a:noFill/>
          <a:ln>
            <a:noFill/>
          </a:ln>
        </p:spPr>
      </p:pic>
      <p:sp>
        <p:nvSpPr>
          <p:cNvPr descr="Footer with copyright, author and department information, and date" id="288" name="Google Shape;288;p55"/>
          <p:cNvSpPr txBox="1"/>
          <p:nvPr>
            <p:ph idx="11" type="ftr"/>
          </p:nvPr>
        </p:nvSpPr>
        <p:spPr>
          <a:xfrm>
            <a:off x="411162" y="6310800"/>
            <a:ext cx="9288000" cy="54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120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259">
          <p15:clr>
            <a:srgbClr val="65CEFF"/>
          </p15:clr>
        </p15:guide>
        <p15:guide id="2" pos="6109">
          <p15:clr>
            <a:srgbClr val="65CEFF"/>
          </p15:clr>
        </p15:guide>
        <p15:guide id="3" pos="7425">
          <p15:clr>
            <a:srgbClr val="65CEFF"/>
          </p15:clr>
        </p15:guide>
        <p15:guide id="4" orient="horz" pos="2206">
          <p15:clr>
            <a:srgbClr val="65CEFF"/>
          </p15:clr>
        </p15:guide>
        <p15:guide id="5" orient="horz" pos="3885">
          <p15:clr>
            <a:srgbClr val="65CEFF"/>
          </p15:clr>
        </p15:guide>
        <p15:guide id="6" orient="horz" pos="4157">
          <p15:clr>
            <a:srgbClr val="65CEFF"/>
          </p15:clr>
        </p15:guide>
      </p15:sldGuideLst>
    </p:ext>
  </p:extLst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picture light 36pt">
  <p:cSld name="Title picture light 36pt">
    <p:bg>
      <p:bgPr>
        <a:solidFill>
          <a:schemeClr val="lt2"/>
        </a:solidFill>
      </p:bgPr>
    </p:bg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Headline of the presentation" id="290" name="Google Shape;290;p56"/>
          <p:cNvSpPr txBox="1"/>
          <p:nvPr>
            <p:ph type="title"/>
          </p:nvPr>
        </p:nvSpPr>
        <p:spPr>
          <a:xfrm>
            <a:off x="410401" y="3780000"/>
            <a:ext cx="9287638" cy="166199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Arial"/>
              <a:buNone/>
              <a:defRPr b="0" sz="36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descr="Subheadline of the presentation" id="291" name="Google Shape;291;p56"/>
          <p:cNvSpPr txBox="1"/>
          <p:nvPr>
            <p:ph idx="1" type="subTitle"/>
          </p:nvPr>
        </p:nvSpPr>
        <p:spPr>
          <a:xfrm>
            <a:off x="411162" y="5441992"/>
            <a:ext cx="9288000" cy="7254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52000">
            <a:noAutofit/>
          </a:bodyPr>
          <a:lstStyle>
            <a:lvl1pPr lv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1pPr>
            <a:lvl2pPr lvl="1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400"/>
              <a:buNone/>
              <a:defRPr sz="1400"/>
            </a:lvl2pPr>
            <a:lvl3pPr lvl="2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400"/>
              <a:buNone/>
              <a:defRPr sz="1400"/>
            </a:lvl4pPr>
            <a:lvl5pPr lvl="4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400"/>
              <a:buNone/>
              <a:defRPr sz="1400"/>
            </a:lvl5pPr>
            <a:lvl6pPr lvl="5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400"/>
              <a:buNone/>
              <a:defRPr sz="1400"/>
            </a:lvl6pPr>
            <a:lvl7pPr lvl="6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400"/>
              <a:buNone/>
              <a:defRPr sz="1400"/>
            </a:lvl7pPr>
            <a:lvl8pPr lvl="7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400"/>
              <a:buNone/>
              <a:defRPr sz="1400"/>
            </a:lvl8pPr>
            <a:lvl9pPr lvl="8" algn="l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SzPts val="1400"/>
              <a:buNone/>
              <a:defRPr sz="1400"/>
            </a:lvl9pPr>
          </a:lstStyle>
          <a:p/>
        </p:txBody>
      </p:sp>
      <p:sp>
        <p:nvSpPr>
          <p:cNvPr descr="Title picture – please describe further" id="292" name="Google Shape;292;p56"/>
          <p:cNvSpPr/>
          <p:nvPr>
            <p:ph idx="2" type="pic"/>
          </p:nvPr>
        </p:nvSpPr>
        <p:spPr>
          <a:xfrm>
            <a:off x="0" y="0"/>
            <a:ext cx="12192000" cy="3502800"/>
          </a:xfrm>
          <a:prstGeom prst="rect">
            <a:avLst/>
          </a:prstGeom>
          <a:solidFill>
            <a:srgbClr val="9999A9"/>
          </a:solidFill>
          <a:ln>
            <a:noFill/>
          </a:ln>
        </p:spPr>
      </p:sp>
      <p:pic>
        <p:nvPicPr>
          <p:cNvPr descr="Siemens logo" id="293" name="Google Shape;293;p5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274400" y="6364800"/>
            <a:ext cx="1512000" cy="240408"/>
          </a:xfrm>
          <a:prstGeom prst="rect">
            <a:avLst/>
          </a:prstGeom>
          <a:noFill/>
          <a:ln>
            <a:noFill/>
          </a:ln>
        </p:spPr>
      </p:pic>
      <p:sp>
        <p:nvSpPr>
          <p:cNvPr descr="Footer with copyright, author and department information, and date" id="294" name="Google Shape;294;p56"/>
          <p:cNvSpPr txBox="1"/>
          <p:nvPr>
            <p:ph idx="11" type="ftr"/>
          </p:nvPr>
        </p:nvSpPr>
        <p:spPr>
          <a:xfrm>
            <a:off x="411162" y="6310800"/>
            <a:ext cx="9288000" cy="54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120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259">
          <p15:clr>
            <a:srgbClr val="65CEFF"/>
          </p15:clr>
        </p15:guide>
        <p15:guide id="2" pos="6109">
          <p15:clr>
            <a:srgbClr val="65CEFF"/>
          </p15:clr>
        </p15:guide>
        <p15:guide id="3" pos="7425">
          <p15:clr>
            <a:srgbClr val="65CEFF"/>
          </p15:clr>
        </p15:guide>
        <p15:guide id="4" orient="horz" pos="2206">
          <p15:clr>
            <a:srgbClr val="65CEFF"/>
          </p15:clr>
        </p15:guide>
        <p15:guide id="5" orient="horz" pos="3885">
          <p15:clr>
            <a:srgbClr val="65CEFF"/>
          </p15:clr>
        </p15:guide>
        <p15:guide id="6" orient="horz" pos="4157">
          <p15:clr>
            <a:srgbClr val="65CEFF"/>
          </p15:clr>
        </p15:guide>
      </p15:sldGuideLst>
    </p:ext>
  </p:extLst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hapter title dark 80pt">
  <p:cSld name="Chapter title dark 80pt">
    <p:bg>
      <p:bgPr>
        <a:solidFill>
          <a:schemeClr val="dk2"/>
        </a:solidFill>
      </p:bgPr>
    </p:bg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Title of the chapter" id="296" name="Google Shape;296;p57"/>
          <p:cNvSpPr txBox="1"/>
          <p:nvPr>
            <p:ph type="title"/>
          </p:nvPr>
        </p:nvSpPr>
        <p:spPr>
          <a:xfrm>
            <a:off x="410400" y="1414463"/>
            <a:ext cx="11376788" cy="2462213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Font typeface="Arial"/>
              <a:buNone/>
              <a:defRPr b="0" sz="8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descr="Subtitle of the chapter" id="297" name="Google Shape;297;p57"/>
          <p:cNvSpPr txBox="1"/>
          <p:nvPr>
            <p:ph idx="1" type="subTitle"/>
          </p:nvPr>
        </p:nvSpPr>
        <p:spPr>
          <a:xfrm>
            <a:off x="411163" y="3876675"/>
            <a:ext cx="9288000" cy="19303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370800">
            <a:noAutofit/>
          </a:bodyPr>
          <a:lstStyle>
            <a:lvl1pPr lv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 sz="3200">
                <a:solidFill>
                  <a:schemeClr val="lt1"/>
                </a:solidFill>
              </a:defRPr>
            </a:lvl1pPr>
            <a:lvl2pPr lvl="1" marR="0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Arial"/>
              <a:buNone/>
              <a:defRPr sz="2400"/>
            </a:lvl2pPr>
            <a:lvl3pPr lvl="2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l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descr="Footer with copyright, author and department information, and date" id="298" name="Google Shape;298;p57"/>
          <p:cNvSpPr txBox="1"/>
          <p:nvPr>
            <p:ph idx="11" type="ftr"/>
          </p:nvPr>
        </p:nvSpPr>
        <p:spPr>
          <a:xfrm>
            <a:off x="1059160" y="6310800"/>
            <a:ext cx="8640003" cy="54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120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descr="Siemens logo" id="299" name="Google Shape;299;p5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274400" y="6364800"/>
            <a:ext cx="1512000" cy="240408"/>
          </a:xfrm>
          <a:prstGeom prst="rect">
            <a:avLst/>
          </a:prstGeom>
          <a:noFill/>
          <a:ln>
            <a:noFill/>
          </a:ln>
        </p:spPr>
      </p:pic>
      <p:sp>
        <p:nvSpPr>
          <p:cNvPr id="300" name="Google Shape;300;p57"/>
          <p:cNvSpPr txBox="1"/>
          <p:nvPr>
            <p:ph idx="12" type="sldNum"/>
          </p:nvPr>
        </p:nvSpPr>
        <p:spPr>
          <a:xfrm>
            <a:off x="411162" y="6310800"/>
            <a:ext cx="648000" cy="54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1200" lIns="0" spcFirstLastPara="1" rIns="0" wrap="square" tIns="0">
            <a:noAutofit/>
          </a:bodyPr>
          <a:lstStyle>
            <a:lvl1pPr indent="0" lvl="0" marL="0" algn="l">
              <a:lnSpc>
                <a:spcPct val="100000"/>
              </a:lnSpc>
              <a:spcBef>
                <a:spcPts val="0"/>
              </a:spcBef>
              <a:buNone/>
              <a:defRPr/>
            </a:lvl1pPr>
            <a:lvl2pPr indent="0" lvl="1" marL="0" algn="l">
              <a:lnSpc>
                <a:spcPct val="100000"/>
              </a:lnSpc>
              <a:spcBef>
                <a:spcPts val="0"/>
              </a:spcBef>
              <a:buNone/>
              <a:defRPr/>
            </a:lvl2pPr>
            <a:lvl3pPr indent="0" lvl="2" marL="0" algn="l">
              <a:lnSpc>
                <a:spcPct val="100000"/>
              </a:lnSpc>
              <a:spcBef>
                <a:spcPts val="0"/>
              </a:spcBef>
              <a:buNone/>
              <a:defRPr/>
            </a:lvl3pPr>
            <a:lvl4pPr indent="0" lvl="3" marL="0" algn="l">
              <a:lnSpc>
                <a:spcPct val="100000"/>
              </a:lnSpc>
              <a:spcBef>
                <a:spcPts val="0"/>
              </a:spcBef>
              <a:buNone/>
              <a:defRPr/>
            </a:lvl4pPr>
            <a:lvl5pPr indent="0" lvl="4" marL="0" algn="l">
              <a:lnSpc>
                <a:spcPct val="100000"/>
              </a:lnSpc>
              <a:spcBef>
                <a:spcPts val="0"/>
              </a:spcBef>
              <a:buNone/>
              <a:defRPr/>
            </a:lvl5pPr>
            <a:lvl6pPr indent="0" lvl="5" marL="0" algn="l">
              <a:lnSpc>
                <a:spcPct val="100000"/>
              </a:lnSpc>
              <a:spcBef>
                <a:spcPts val="0"/>
              </a:spcBef>
              <a:buNone/>
              <a:defRPr/>
            </a:lvl6pPr>
            <a:lvl7pPr indent="0" lvl="6" marL="0" algn="l">
              <a:lnSpc>
                <a:spcPct val="100000"/>
              </a:lnSpc>
              <a:spcBef>
                <a:spcPts val="0"/>
              </a:spcBef>
              <a:buNone/>
              <a:defRPr/>
            </a:lvl7pPr>
            <a:lvl8pPr indent="0" lvl="7" marL="0" algn="l">
              <a:lnSpc>
                <a:spcPct val="100000"/>
              </a:lnSpc>
              <a:spcBef>
                <a:spcPts val="0"/>
              </a:spcBef>
              <a:buNone/>
              <a:defRPr/>
            </a:lvl8pPr>
            <a:lvl9pPr indent="0" lvl="8" marL="0" algn="l">
              <a:lnSpc>
                <a:spcPct val="100000"/>
              </a:lnSpc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-DE"/>
              <a:t>Page </a:t>
            </a:r>
            <a:fld id="{00000000-1234-1234-1234-123412341234}" type="slidenum">
              <a:rPr lang="de-DE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pos="259">
          <p15:clr>
            <a:srgbClr val="65CEFF"/>
          </p15:clr>
        </p15:guide>
        <p15:guide id="2" pos="6109">
          <p15:clr>
            <a:srgbClr val="65CEFF"/>
          </p15:clr>
        </p15:guide>
        <p15:guide id="3" pos="7425">
          <p15:clr>
            <a:srgbClr val="65CEFF"/>
          </p15:clr>
        </p15:guide>
        <p15:guide id="4" orient="horz" pos="891">
          <p15:clr>
            <a:srgbClr val="65CEFF"/>
          </p15:clr>
        </p15:guide>
        <p15:guide id="5" orient="horz" pos="3658">
          <p15:clr>
            <a:srgbClr val="65CEFF"/>
          </p15:clr>
        </p15:guide>
        <p15:guide id="6" orient="horz" pos="4157">
          <p15:clr>
            <a:srgbClr val="65CEFF"/>
          </p15:clr>
        </p15:guide>
      </p15:sldGuideLst>
    </p:ext>
  </p:extLst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hapter title dark 60pt">
  <p:cSld name="Chapter title dark 60pt">
    <p:bg>
      <p:bgPr>
        <a:solidFill>
          <a:schemeClr val="dk2"/>
        </a:solidFill>
      </p:bgPr>
    </p:bg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Title of the chapter" id="302" name="Google Shape;302;p58"/>
          <p:cNvSpPr txBox="1"/>
          <p:nvPr>
            <p:ph type="title"/>
          </p:nvPr>
        </p:nvSpPr>
        <p:spPr>
          <a:xfrm>
            <a:off x="410400" y="1414463"/>
            <a:ext cx="11376788" cy="2769989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Arial"/>
              <a:buNone/>
              <a:defRPr b="0" sz="6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descr="Subtitle of the chapter" id="303" name="Google Shape;303;p58"/>
          <p:cNvSpPr txBox="1"/>
          <p:nvPr>
            <p:ph idx="1" type="subTitle"/>
          </p:nvPr>
        </p:nvSpPr>
        <p:spPr>
          <a:xfrm>
            <a:off x="411163" y="4184452"/>
            <a:ext cx="9288000" cy="16226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370800">
            <a:noAutofit/>
          </a:bodyPr>
          <a:lstStyle>
            <a:lvl1pPr lv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1pPr>
            <a:lvl2pPr lvl="1" marR="0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Arial"/>
              <a:buNone/>
              <a:defRPr sz="2400"/>
            </a:lvl2pPr>
            <a:lvl3pPr lvl="2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l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descr="Footer with copyright, author and department information, and date" id="304" name="Google Shape;304;p58"/>
          <p:cNvSpPr txBox="1"/>
          <p:nvPr>
            <p:ph idx="11" type="ftr"/>
          </p:nvPr>
        </p:nvSpPr>
        <p:spPr>
          <a:xfrm>
            <a:off x="1059160" y="6310800"/>
            <a:ext cx="8640003" cy="54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120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descr="Siemens logo" id="305" name="Google Shape;305;p5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274400" y="6364800"/>
            <a:ext cx="1512000" cy="240408"/>
          </a:xfrm>
          <a:prstGeom prst="rect">
            <a:avLst/>
          </a:prstGeom>
          <a:noFill/>
          <a:ln>
            <a:noFill/>
          </a:ln>
        </p:spPr>
      </p:pic>
      <p:sp>
        <p:nvSpPr>
          <p:cNvPr id="306" name="Google Shape;306;p58"/>
          <p:cNvSpPr txBox="1"/>
          <p:nvPr>
            <p:ph idx="12" type="sldNum"/>
          </p:nvPr>
        </p:nvSpPr>
        <p:spPr>
          <a:xfrm>
            <a:off x="411162" y="6310800"/>
            <a:ext cx="648000" cy="54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1200" lIns="0" spcFirstLastPara="1" rIns="0" wrap="square" tIns="0">
            <a:noAutofit/>
          </a:bodyPr>
          <a:lstStyle>
            <a:lvl1pPr indent="0" lvl="0" marL="0" algn="l">
              <a:lnSpc>
                <a:spcPct val="100000"/>
              </a:lnSpc>
              <a:spcBef>
                <a:spcPts val="0"/>
              </a:spcBef>
              <a:buNone/>
              <a:defRPr/>
            </a:lvl1pPr>
            <a:lvl2pPr indent="0" lvl="1" marL="0" algn="l">
              <a:lnSpc>
                <a:spcPct val="100000"/>
              </a:lnSpc>
              <a:spcBef>
                <a:spcPts val="0"/>
              </a:spcBef>
              <a:buNone/>
              <a:defRPr/>
            </a:lvl2pPr>
            <a:lvl3pPr indent="0" lvl="2" marL="0" algn="l">
              <a:lnSpc>
                <a:spcPct val="100000"/>
              </a:lnSpc>
              <a:spcBef>
                <a:spcPts val="0"/>
              </a:spcBef>
              <a:buNone/>
              <a:defRPr/>
            </a:lvl3pPr>
            <a:lvl4pPr indent="0" lvl="3" marL="0" algn="l">
              <a:lnSpc>
                <a:spcPct val="100000"/>
              </a:lnSpc>
              <a:spcBef>
                <a:spcPts val="0"/>
              </a:spcBef>
              <a:buNone/>
              <a:defRPr/>
            </a:lvl4pPr>
            <a:lvl5pPr indent="0" lvl="4" marL="0" algn="l">
              <a:lnSpc>
                <a:spcPct val="100000"/>
              </a:lnSpc>
              <a:spcBef>
                <a:spcPts val="0"/>
              </a:spcBef>
              <a:buNone/>
              <a:defRPr/>
            </a:lvl5pPr>
            <a:lvl6pPr indent="0" lvl="5" marL="0" algn="l">
              <a:lnSpc>
                <a:spcPct val="100000"/>
              </a:lnSpc>
              <a:spcBef>
                <a:spcPts val="0"/>
              </a:spcBef>
              <a:buNone/>
              <a:defRPr/>
            </a:lvl6pPr>
            <a:lvl7pPr indent="0" lvl="6" marL="0" algn="l">
              <a:lnSpc>
                <a:spcPct val="100000"/>
              </a:lnSpc>
              <a:spcBef>
                <a:spcPts val="0"/>
              </a:spcBef>
              <a:buNone/>
              <a:defRPr/>
            </a:lvl7pPr>
            <a:lvl8pPr indent="0" lvl="7" marL="0" algn="l">
              <a:lnSpc>
                <a:spcPct val="100000"/>
              </a:lnSpc>
              <a:spcBef>
                <a:spcPts val="0"/>
              </a:spcBef>
              <a:buNone/>
              <a:defRPr/>
            </a:lvl8pPr>
            <a:lvl9pPr indent="0" lvl="8" marL="0" algn="l">
              <a:lnSpc>
                <a:spcPct val="100000"/>
              </a:lnSpc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-DE"/>
              <a:t>Page </a:t>
            </a:r>
            <a:fld id="{00000000-1234-1234-1234-123412341234}" type="slidenum">
              <a:rPr lang="de-DE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pos="259">
          <p15:clr>
            <a:srgbClr val="65CEFF"/>
          </p15:clr>
        </p15:guide>
        <p15:guide id="2" pos="6109">
          <p15:clr>
            <a:srgbClr val="65CEFF"/>
          </p15:clr>
        </p15:guide>
        <p15:guide id="3" pos="7425">
          <p15:clr>
            <a:srgbClr val="65CEFF"/>
          </p15:clr>
        </p15:guide>
        <p15:guide id="4" orient="horz" pos="891">
          <p15:clr>
            <a:srgbClr val="65CEFF"/>
          </p15:clr>
        </p15:guide>
        <p15:guide id="5" orient="horz" pos="3658">
          <p15:clr>
            <a:srgbClr val="65CEFF"/>
          </p15:clr>
        </p15:guide>
        <p15:guide id="6" orient="horz" pos="4157">
          <p15:clr>
            <a:srgbClr val="65CEFF"/>
          </p15:clr>
        </p15:guide>
      </p15:sldGuideLst>
    </p:ext>
  </p:extLst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hapter title dark 40pt">
  <p:cSld name="Chapter title dark 40pt">
    <p:bg>
      <p:bgPr>
        <a:solidFill>
          <a:schemeClr val="dk2"/>
        </a:solidFill>
      </p:bgPr>
    </p:bg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Title of the chapter" id="308" name="Google Shape;308;p59"/>
          <p:cNvSpPr txBox="1"/>
          <p:nvPr>
            <p:ph type="title"/>
          </p:nvPr>
        </p:nvSpPr>
        <p:spPr>
          <a:xfrm>
            <a:off x="410400" y="1414464"/>
            <a:ext cx="11376788" cy="2462213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  <a:defRPr b="0" sz="4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descr="Subtitle of the chapter" id="309" name="Google Shape;309;p59"/>
          <p:cNvSpPr txBox="1"/>
          <p:nvPr>
            <p:ph idx="1" type="subTitle"/>
          </p:nvPr>
        </p:nvSpPr>
        <p:spPr>
          <a:xfrm>
            <a:off x="411163" y="3876677"/>
            <a:ext cx="9288000" cy="19301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370800">
            <a:noAutofit/>
          </a:bodyPr>
          <a:lstStyle>
            <a:lvl1pPr lv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 marR="0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Arial"/>
              <a:buNone/>
              <a:defRPr sz="1600"/>
            </a:lvl2pPr>
            <a:lvl3pPr lvl="2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l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SzPts val="1600"/>
              <a:buNone/>
              <a:defRPr sz="1600"/>
            </a:lvl9pPr>
          </a:lstStyle>
          <a:p/>
        </p:txBody>
      </p:sp>
      <p:pic>
        <p:nvPicPr>
          <p:cNvPr descr="Siemens logo" id="310" name="Google Shape;310;p5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274400" y="6364800"/>
            <a:ext cx="1512000" cy="240408"/>
          </a:xfrm>
          <a:prstGeom prst="rect">
            <a:avLst/>
          </a:prstGeom>
          <a:noFill/>
          <a:ln>
            <a:noFill/>
          </a:ln>
        </p:spPr>
      </p:pic>
      <p:sp>
        <p:nvSpPr>
          <p:cNvPr descr="Footer with copyright, author and department information, and date" id="311" name="Google Shape;311;p59"/>
          <p:cNvSpPr txBox="1"/>
          <p:nvPr>
            <p:ph idx="11" type="ftr"/>
          </p:nvPr>
        </p:nvSpPr>
        <p:spPr>
          <a:xfrm>
            <a:off x="1059160" y="6310800"/>
            <a:ext cx="8639240" cy="54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120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2" name="Google Shape;312;p59"/>
          <p:cNvSpPr txBox="1"/>
          <p:nvPr>
            <p:ph idx="12" type="sldNum"/>
          </p:nvPr>
        </p:nvSpPr>
        <p:spPr>
          <a:xfrm>
            <a:off x="411162" y="6310800"/>
            <a:ext cx="648000" cy="54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1200" lIns="0" spcFirstLastPara="1" rIns="0" wrap="square" tIns="0">
            <a:noAutofit/>
          </a:bodyPr>
          <a:lstStyle>
            <a:lvl1pPr indent="0" lvl="0" marL="0" algn="l">
              <a:lnSpc>
                <a:spcPct val="100000"/>
              </a:lnSpc>
              <a:spcBef>
                <a:spcPts val="0"/>
              </a:spcBef>
              <a:buNone/>
              <a:defRPr/>
            </a:lvl1pPr>
            <a:lvl2pPr indent="0" lvl="1" marL="0" algn="l">
              <a:lnSpc>
                <a:spcPct val="100000"/>
              </a:lnSpc>
              <a:spcBef>
                <a:spcPts val="0"/>
              </a:spcBef>
              <a:buNone/>
              <a:defRPr/>
            </a:lvl2pPr>
            <a:lvl3pPr indent="0" lvl="2" marL="0" algn="l">
              <a:lnSpc>
                <a:spcPct val="100000"/>
              </a:lnSpc>
              <a:spcBef>
                <a:spcPts val="0"/>
              </a:spcBef>
              <a:buNone/>
              <a:defRPr/>
            </a:lvl3pPr>
            <a:lvl4pPr indent="0" lvl="3" marL="0" algn="l">
              <a:lnSpc>
                <a:spcPct val="100000"/>
              </a:lnSpc>
              <a:spcBef>
                <a:spcPts val="0"/>
              </a:spcBef>
              <a:buNone/>
              <a:defRPr/>
            </a:lvl4pPr>
            <a:lvl5pPr indent="0" lvl="4" marL="0" algn="l">
              <a:lnSpc>
                <a:spcPct val="100000"/>
              </a:lnSpc>
              <a:spcBef>
                <a:spcPts val="0"/>
              </a:spcBef>
              <a:buNone/>
              <a:defRPr/>
            </a:lvl5pPr>
            <a:lvl6pPr indent="0" lvl="5" marL="0" algn="l">
              <a:lnSpc>
                <a:spcPct val="100000"/>
              </a:lnSpc>
              <a:spcBef>
                <a:spcPts val="0"/>
              </a:spcBef>
              <a:buNone/>
              <a:defRPr/>
            </a:lvl6pPr>
            <a:lvl7pPr indent="0" lvl="6" marL="0" algn="l">
              <a:lnSpc>
                <a:spcPct val="100000"/>
              </a:lnSpc>
              <a:spcBef>
                <a:spcPts val="0"/>
              </a:spcBef>
              <a:buNone/>
              <a:defRPr/>
            </a:lvl7pPr>
            <a:lvl8pPr indent="0" lvl="7" marL="0" algn="l">
              <a:lnSpc>
                <a:spcPct val="100000"/>
              </a:lnSpc>
              <a:spcBef>
                <a:spcPts val="0"/>
              </a:spcBef>
              <a:buNone/>
              <a:defRPr/>
            </a:lvl8pPr>
            <a:lvl9pPr indent="0" lvl="8" marL="0" algn="l">
              <a:lnSpc>
                <a:spcPct val="100000"/>
              </a:lnSpc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-DE"/>
              <a:t>Page </a:t>
            </a:r>
            <a:fld id="{00000000-1234-1234-1234-123412341234}" type="slidenum">
              <a:rPr lang="de-DE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pos="259">
          <p15:clr>
            <a:srgbClr val="65CEFF"/>
          </p15:clr>
        </p15:guide>
        <p15:guide id="2" pos="6109">
          <p15:clr>
            <a:srgbClr val="65CEFF"/>
          </p15:clr>
        </p15:guide>
        <p15:guide id="3" pos="7425">
          <p15:clr>
            <a:srgbClr val="65CEFF"/>
          </p15:clr>
        </p15:guide>
        <p15:guide id="4" orient="horz" pos="891">
          <p15:clr>
            <a:srgbClr val="65CEFF"/>
          </p15:clr>
        </p15:guide>
        <p15:guide id="5" orient="horz" pos="3658">
          <p15:clr>
            <a:srgbClr val="65CEFF"/>
          </p15:clr>
        </p15:guide>
        <p15:guide id="6" orient="horz" pos="4157">
          <p15:clr>
            <a:srgbClr val="65CEFF"/>
          </p15:clr>
        </p15:guide>
      </p15:sldGuideLst>
    </p:ext>
  </p:extLst>
</p:sldLayout>
</file>

<file path=ppt/slideLayouts/slideLayout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hapter title color 80pt">
  <p:cSld name="Chapter title color 80pt">
    <p:bg>
      <p:bgPr>
        <a:solidFill>
          <a:schemeClr val="lt1"/>
        </a:solidFill>
      </p:bgPr>
    </p:bg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60"/>
          <p:cNvSpPr/>
          <p:nvPr/>
        </p:nvSpPr>
        <p:spPr>
          <a:xfrm>
            <a:off x="0" y="0"/>
            <a:ext cx="12192000" cy="6166800"/>
          </a:xfrm>
          <a:prstGeom prst="rect">
            <a:avLst/>
          </a:prstGeom>
          <a:solidFill>
            <a:srgbClr val="00FFB9"/>
          </a:solidFill>
          <a:ln>
            <a:noFill/>
          </a:ln>
        </p:spPr>
        <p:txBody>
          <a:bodyPr anchorCtr="0" anchor="t" bIns="72000" lIns="108000" spcFirstLastPara="1" rIns="108000" wrap="square" tIns="72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Title of the chapter" id="315" name="Google Shape;315;p60"/>
          <p:cNvSpPr txBox="1"/>
          <p:nvPr>
            <p:ph type="title"/>
          </p:nvPr>
        </p:nvSpPr>
        <p:spPr>
          <a:xfrm>
            <a:off x="410400" y="1414463"/>
            <a:ext cx="11376788" cy="2462213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0"/>
              <a:buFont typeface="Arial"/>
              <a:buNone/>
              <a:defRPr b="0" sz="8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descr="Subtitle of the chapter" id="316" name="Google Shape;316;p60"/>
          <p:cNvSpPr txBox="1"/>
          <p:nvPr>
            <p:ph idx="1" type="subTitle"/>
          </p:nvPr>
        </p:nvSpPr>
        <p:spPr>
          <a:xfrm>
            <a:off x="411163" y="3876675"/>
            <a:ext cx="9288000" cy="19303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370800">
            <a:noAutofit/>
          </a:bodyPr>
          <a:lstStyle>
            <a:lvl1pPr lv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1pPr>
            <a:lvl2pPr lvl="1" marR="0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Arial"/>
              <a:buNone/>
              <a:defRPr sz="2400"/>
            </a:lvl2pPr>
            <a:lvl3pPr lvl="2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l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SzPts val="1600"/>
              <a:buNone/>
              <a:defRPr sz="1600"/>
            </a:lvl9pPr>
          </a:lstStyle>
          <a:p/>
        </p:txBody>
      </p:sp>
      <p:pic>
        <p:nvPicPr>
          <p:cNvPr descr="Siemens logo" id="317" name="Google Shape;317;p6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274400" y="6364800"/>
            <a:ext cx="1512000" cy="240408"/>
          </a:xfrm>
          <a:prstGeom prst="rect">
            <a:avLst/>
          </a:prstGeom>
          <a:noFill/>
          <a:ln>
            <a:noFill/>
          </a:ln>
        </p:spPr>
      </p:pic>
      <p:sp>
        <p:nvSpPr>
          <p:cNvPr descr="Footer with copyright, author and department information, and date" id="318" name="Google Shape;318;p60"/>
          <p:cNvSpPr txBox="1"/>
          <p:nvPr>
            <p:ph idx="11" type="ftr"/>
          </p:nvPr>
        </p:nvSpPr>
        <p:spPr>
          <a:xfrm>
            <a:off x="1059160" y="6310800"/>
            <a:ext cx="8640003" cy="54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120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9" name="Google Shape;319;p60"/>
          <p:cNvSpPr txBox="1"/>
          <p:nvPr>
            <p:ph idx="12" type="sldNum"/>
          </p:nvPr>
        </p:nvSpPr>
        <p:spPr>
          <a:xfrm>
            <a:off x="411162" y="6310800"/>
            <a:ext cx="648000" cy="54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1200" lIns="0" spcFirstLastPara="1" rIns="0" wrap="square" tIns="0">
            <a:noAutofit/>
          </a:bodyPr>
          <a:lstStyle>
            <a:lvl1pPr indent="0" lvl="0" marL="0" algn="l">
              <a:lnSpc>
                <a:spcPct val="100000"/>
              </a:lnSpc>
              <a:spcBef>
                <a:spcPts val="0"/>
              </a:spcBef>
              <a:buNone/>
              <a:defRPr/>
            </a:lvl1pPr>
            <a:lvl2pPr indent="0" lvl="1" marL="0" algn="l">
              <a:lnSpc>
                <a:spcPct val="100000"/>
              </a:lnSpc>
              <a:spcBef>
                <a:spcPts val="0"/>
              </a:spcBef>
              <a:buNone/>
              <a:defRPr/>
            </a:lvl2pPr>
            <a:lvl3pPr indent="0" lvl="2" marL="0" algn="l">
              <a:lnSpc>
                <a:spcPct val="100000"/>
              </a:lnSpc>
              <a:spcBef>
                <a:spcPts val="0"/>
              </a:spcBef>
              <a:buNone/>
              <a:defRPr/>
            </a:lvl3pPr>
            <a:lvl4pPr indent="0" lvl="3" marL="0" algn="l">
              <a:lnSpc>
                <a:spcPct val="100000"/>
              </a:lnSpc>
              <a:spcBef>
                <a:spcPts val="0"/>
              </a:spcBef>
              <a:buNone/>
              <a:defRPr/>
            </a:lvl4pPr>
            <a:lvl5pPr indent="0" lvl="4" marL="0" algn="l">
              <a:lnSpc>
                <a:spcPct val="100000"/>
              </a:lnSpc>
              <a:spcBef>
                <a:spcPts val="0"/>
              </a:spcBef>
              <a:buNone/>
              <a:defRPr/>
            </a:lvl5pPr>
            <a:lvl6pPr indent="0" lvl="5" marL="0" algn="l">
              <a:lnSpc>
                <a:spcPct val="100000"/>
              </a:lnSpc>
              <a:spcBef>
                <a:spcPts val="0"/>
              </a:spcBef>
              <a:buNone/>
              <a:defRPr/>
            </a:lvl6pPr>
            <a:lvl7pPr indent="0" lvl="6" marL="0" algn="l">
              <a:lnSpc>
                <a:spcPct val="100000"/>
              </a:lnSpc>
              <a:spcBef>
                <a:spcPts val="0"/>
              </a:spcBef>
              <a:buNone/>
              <a:defRPr/>
            </a:lvl7pPr>
            <a:lvl8pPr indent="0" lvl="7" marL="0" algn="l">
              <a:lnSpc>
                <a:spcPct val="100000"/>
              </a:lnSpc>
              <a:spcBef>
                <a:spcPts val="0"/>
              </a:spcBef>
              <a:buNone/>
              <a:defRPr/>
            </a:lvl8pPr>
            <a:lvl9pPr indent="0" lvl="8" marL="0" algn="l">
              <a:lnSpc>
                <a:spcPct val="100000"/>
              </a:lnSpc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-DE"/>
              <a:t>Page </a:t>
            </a:r>
            <a:fld id="{00000000-1234-1234-1234-123412341234}" type="slidenum">
              <a:rPr lang="de-DE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pos="259">
          <p15:clr>
            <a:srgbClr val="65CEFF"/>
          </p15:clr>
        </p15:guide>
        <p15:guide id="2" pos="6109">
          <p15:clr>
            <a:srgbClr val="65CEFF"/>
          </p15:clr>
        </p15:guide>
        <p15:guide id="3" pos="7425">
          <p15:clr>
            <a:srgbClr val="65CEFF"/>
          </p15:clr>
        </p15:guide>
        <p15:guide id="4" orient="horz" pos="891">
          <p15:clr>
            <a:srgbClr val="65CEFF"/>
          </p15:clr>
        </p15:guide>
        <p15:guide id="5" orient="horz" pos="3658">
          <p15:clr>
            <a:srgbClr val="65CEFF"/>
          </p15:clr>
        </p15:guide>
        <p15:guide id="6" orient="horz" pos="4157">
          <p15:clr>
            <a:srgbClr val="65CEFF"/>
          </p15:clr>
        </p15:guide>
      </p15:sldGuideLst>
    </p:ext>
  </p:extLst>
</p:sldLayout>
</file>

<file path=ppt/slideLayouts/slideLayout5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hapter title color 60pt">
  <p:cSld name="Chapter title color 60pt">
    <p:bg>
      <p:bgPr>
        <a:solidFill>
          <a:schemeClr val="lt1"/>
        </a:solidFill>
      </p:bgPr>
    </p:bg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61"/>
          <p:cNvSpPr/>
          <p:nvPr/>
        </p:nvSpPr>
        <p:spPr>
          <a:xfrm>
            <a:off x="0" y="0"/>
            <a:ext cx="12192000" cy="6166800"/>
          </a:xfrm>
          <a:prstGeom prst="rect">
            <a:avLst/>
          </a:prstGeom>
          <a:solidFill>
            <a:srgbClr val="00E6DC"/>
          </a:solidFill>
          <a:ln>
            <a:noFill/>
          </a:ln>
        </p:spPr>
        <p:txBody>
          <a:bodyPr anchorCtr="0" anchor="t" bIns="72000" lIns="108000" spcFirstLastPara="1" rIns="108000" wrap="square" tIns="72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Title of the chapter" id="322" name="Google Shape;322;p61"/>
          <p:cNvSpPr txBox="1"/>
          <p:nvPr>
            <p:ph type="title"/>
          </p:nvPr>
        </p:nvSpPr>
        <p:spPr>
          <a:xfrm>
            <a:off x="410400" y="1414463"/>
            <a:ext cx="11376788" cy="2769989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Font typeface="Arial"/>
              <a:buNone/>
              <a:defRPr b="0" sz="6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descr="Subtitle of the chapter" id="323" name="Google Shape;323;p61"/>
          <p:cNvSpPr txBox="1"/>
          <p:nvPr>
            <p:ph idx="1" type="subTitle"/>
          </p:nvPr>
        </p:nvSpPr>
        <p:spPr>
          <a:xfrm>
            <a:off x="411163" y="4184452"/>
            <a:ext cx="9288000" cy="16226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370800">
            <a:noAutofit/>
          </a:bodyPr>
          <a:lstStyle>
            <a:lvl1pPr lv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 sz="2400">
                <a:solidFill>
                  <a:schemeClr val="dk2"/>
                </a:solidFill>
              </a:defRPr>
            </a:lvl1pPr>
            <a:lvl2pPr lvl="1" marR="0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Arial"/>
              <a:buNone/>
              <a:defRPr sz="2400"/>
            </a:lvl2pPr>
            <a:lvl3pPr lvl="2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l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SzPts val="1600"/>
              <a:buNone/>
              <a:defRPr sz="1600"/>
            </a:lvl9pPr>
          </a:lstStyle>
          <a:p/>
        </p:txBody>
      </p:sp>
      <p:pic>
        <p:nvPicPr>
          <p:cNvPr descr="Siemens logo" id="324" name="Google Shape;324;p6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274400" y="6364800"/>
            <a:ext cx="1512000" cy="240408"/>
          </a:xfrm>
          <a:prstGeom prst="rect">
            <a:avLst/>
          </a:prstGeom>
          <a:noFill/>
          <a:ln>
            <a:noFill/>
          </a:ln>
        </p:spPr>
      </p:pic>
      <p:sp>
        <p:nvSpPr>
          <p:cNvPr descr="Footer with copyright, author and department information, and date" id="325" name="Google Shape;325;p61"/>
          <p:cNvSpPr txBox="1"/>
          <p:nvPr>
            <p:ph idx="11" type="ftr"/>
          </p:nvPr>
        </p:nvSpPr>
        <p:spPr>
          <a:xfrm>
            <a:off x="1059160" y="6310800"/>
            <a:ext cx="8640003" cy="54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120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6" name="Google Shape;326;p61"/>
          <p:cNvSpPr txBox="1"/>
          <p:nvPr>
            <p:ph idx="12" type="sldNum"/>
          </p:nvPr>
        </p:nvSpPr>
        <p:spPr>
          <a:xfrm>
            <a:off x="411162" y="6310800"/>
            <a:ext cx="648000" cy="54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1200" lIns="0" spcFirstLastPara="1" rIns="0" wrap="square" tIns="0">
            <a:noAutofit/>
          </a:bodyPr>
          <a:lstStyle>
            <a:lvl1pPr indent="0" lvl="0" marL="0" algn="l">
              <a:lnSpc>
                <a:spcPct val="100000"/>
              </a:lnSpc>
              <a:spcBef>
                <a:spcPts val="0"/>
              </a:spcBef>
              <a:buNone/>
              <a:defRPr b="1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l">
              <a:lnSpc>
                <a:spcPct val="100000"/>
              </a:lnSpc>
              <a:spcBef>
                <a:spcPts val="0"/>
              </a:spcBef>
              <a:buNone/>
              <a:defRPr b="1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l">
              <a:lnSpc>
                <a:spcPct val="100000"/>
              </a:lnSpc>
              <a:spcBef>
                <a:spcPts val="0"/>
              </a:spcBef>
              <a:buNone/>
              <a:defRPr b="1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l">
              <a:lnSpc>
                <a:spcPct val="100000"/>
              </a:lnSpc>
              <a:spcBef>
                <a:spcPts val="0"/>
              </a:spcBef>
              <a:buNone/>
              <a:defRPr b="1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l">
              <a:lnSpc>
                <a:spcPct val="100000"/>
              </a:lnSpc>
              <a:spcBef>
                <a:spcPts val="0"/>
              </a:spcBef>
              <a:buNone/>
              <a:defRPr b="1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l">
              <a:lnSpc>
                <a:spcPct val="100000"/>
              </a:lnSpc>
              <a:spcBef>
                <a:spcPts val="0"/>
              </a:spcBef>
              <a:buNone/>
              <a:defRPr b="1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l">
              <a:lnSpc>
                <a:spcPct val="100000"/>
              </a:lnSpc>
              <a:spcBef>
                <a:spcPts val="0"/>
              </a:spcBef>
              <a:buNone/>
              <a:defRPr b="1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l">
              <a:lnSpc>
                <a:spcPct val="100000"/>
              </a:lnSpc>
              <a:spcBef>
                <a:spcPts val="0"/>
              </a:spcBef>
              <a:buNone/>
              <a:defRPr b="1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l">
              <a:lnSpc>
                <a:spcPct val="100000"/>
              </a:lnSpc>
              <a:spcBef>
                <a:spcPts val="0"/>
              </a:spcBef>
              <a:buNone/>
              <a:defRPr b="1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-DE"/>
              <a:t>Page </a:t>
            </a:r>
            <a:fld id="{00000000-1234-1234-1234-123412341234}" type="slidenum">
              <a:rPr lang="de-DE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pos="259">
          <p15:clr>
            <a:srgbClr val="65CEFF"/>
          </p15:clr>
        </p15:guide>
        <p15:guide id="2" pos="6109">
          <p15:clr>
            <a:srgbClr val="65CEFF"/>
          </p15:clr>
        </p15:guide>
        <p15:guide id="3" pos="7425">
          <p15:clr>
            <a:srgbClr val="65CEFF"/>
          </p15:clr>
        </p15:guide>
        <p15:guide id="4" orient="horz" pos="891">
          <p15:clr>
            <a:srgbClr val="65CEFF"/>
          </p15:clr>
        </p15:guide>
        <p15:guide id="5" orient="horz" pos="3658">
          <p15:clr>
            <a:srgbClr val="65CEFF"/>
          </p15:clr>
        </p15:guide>
        <p15:guide id="6" orient="horz" pos="4157">
          <p15:clr>
            <a:srgbClr val="65CEFF"/>
          </p15:clr>
        </p15:guide>
      </p15:sldGuideLst>
    </p:ext>
  </p:extLst>
</p:sldLayout>
</file>

<file path=ppt/slideLayouts/slideLayout5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hapter title color 40pt">
  <p:cSld name="Chapter title color 40pt">
    <p:bg>
      <p:bgPr>
        <a:solidFill>
          <a:schemeClr val="lt1"/>
        </a:solidFill>
      </p:bgPr>
    </p:bg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62"/>
          <p:cNvSpPr/>
          <p:nvPr/>
        </p:nvSpPr>
        <p:spPr>
          <a:xfrm>
            <a:off x="0" y="0"/>
            <a:ext cx="12192000" cy="6166800"/>
          </a:xfrm>
          <a:prstGeom prst="rect">
            <a:avLst/>
          </a:prstGeom>
          <a:gradFill>
            <a:gsLst>
              <a:gs pos="0">
                <a:srgbClr val="00FFB9"/>
              </a:gs>
              <a:gs pos="40000">
                <a:srgbClr val="00FFB9"/>
              </a:gs>
              <a:gs pos="100000">
                <a:srgbClr val="00E6DC"/>
              </a:gs>
            </a:gsLst>
            <a:path path="circle">
              <a:fillToRect l="100%" t="100%"/>
            </a:path>
            <a:tileRect b="-100%" r="-100%"/>
          </a:gradFill>
          <a:ln>
            <a:noFill/>
          </a:ln>
        </p:spPr>
        <p:txBody>
          <a:bodyPr anchorCtr="0" anchor="t" bIns="72000" lIns="108000" spcFirstLastPara="1" rIns="108000" wrap="square" tIns="72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9" name="Google Shape;329;p62"/>
          <p:cNvSpPr/>
          <p:nvPr/>
        </p:nvSpPr>
        <p:spPr>
          <a:xfrm>
            <a:off x="0" y="1414463"/>
            <a:ext cx="12192000" cy="4752337"/>
          </a:xfrm>
          <a:prstGeom prst="rect">
            <a:avLst/>
          </a:prstGeom>
          <a:gradFill>
            <a:gsLst>
              <a:gs pos="0">
                <a:srgbClr val="00FFB9"/>
              </a:gs>
              <a:gs pos="40000">
                <a:srgbClr val="00FFB9">
                  <a:alpha val="49803"/>
                </a:srgbClr>
              </a:gs>
              <a:gs pos="100000">
                <a:srgbClr val="F3F3F0">
                  <a:alpha val="0"/>
                </a:srgbClr>
              </a:gs>
            </a:gsLst>
            <a:lin ang="16200000" scaled="0"/>
          </a:gradFill>
          <a:ln>
            <a:noFill/>
          </a:ln>
        </p:spPr>
        <p:txBody>
          <a:bodyPr anchorCtr="0" anchor="t" bIns="72000" lIns="108000" spcFirstLastPara="1" rIns="108000" wrap="square" tIns="72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Title of the chapter" id="330" name="Google Shape;330;p62"/>
          <p:cNvSpPr txBox="1"/>
          <p:nvPr>
            <p:ph type="title"/>
          </p:nvPr>
        </p:nvSpPr>
        <p:spPr>
          <a:xfrm>
            <a:off x="410400" y="1414464"/>
            <a:ext cx="11376788" cy="2462213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Arial"/>
              <a:buNone/>
              <a:defRPr b="0" sz="4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descr="Subtitle of the chapter" id="331" name="Google Shape;331;p62"/>
          <p:cNvSpPr txBox="1"/>
          <p:nvPr>
            <p:ph idx="1" type="subTitle"/>
          </p:nvPr>
        </p:nvSpPr>
        <p:spPr>
          <a:xfrm>
            <a:off x="411163" y="3876677"/>
            <a:ext cx="9288000" cy="19301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370800">
            <a:noAutofit/>
          </a:bodyPr>
          <a:lstStyle>
            <a:lvl1pPr lv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1pPr>
            <a:lvl2pPr lvl="1" marR="0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Arial"/>
              <a:buNone/>
              <a:defRPr sz="1600"/>
            </a:lvl2pPr>
            <a:lvl3pPr lvl="2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l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SzPts val="1600"/>
              <a:buNone/>
              <a:defRPr sz="1600"/>
            </a:lvl9pPr>
          </a:lstStyle>
          <a:p/>
        </p:txBody>
      </p:sp>
      <p:pic>
        <p:nvPicPr>
          <p:cNvPr descr="Siemens logo" id="332" name="Google Shape;332;p6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274400" y="6364800"/>
            <a:ext cx="1512000" cy="240408"/>
          </a:xfrm>
          <a:prstGeom prst="rect">
            <a:avLst/>
          </a:prstGeom>
          <a:noFill/>
          <a:ln>
            <a:noFill/>
          </a:ln>
        </p:spPr>
      </p:pic>
      <p:sp>
        <p:nvSpPr>
          <p:cNvPr descr="Footer with copyright, author and department information, and date" id="333" name="Google Shape;333;p62"/>
          <p:cNvSpPr txBox="1"/>
          <p:nvPr>
            <p:ph idx="11" type="ftr"/>
          </p:nvPr>
        </p:nvSpPr>
        <p:spPr>
          <a:xfrm>
            <a:off x="1059160" y="6310800"/>
            <a:ext cx="8639240" cy="54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120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4" name="Google Shape;334;p62"/>
          <p:cNvSpPr txBox="1"/>
          <p:nvPr>
            <p:ph idx="12" type="sldNum"/>
          </p:nvPr>
        </p:nvSpPr>
        <p:spPr>
          <a:xfrm>
            <a:off x="411162" y="6310800"/>
            <a:ext cx="648000" cy="54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1200" lIns="0" spcFirstLastPara="1" rIns="0" wrap="square" tIns="0">
            <a:noAutofit/>
          </a:bodyPr>
          <a:lstStyle>
            <a:lvl1pPr indent="0" lvl="0" marL="0" algn="l">
              <a:lnSpc>
                <a:spcPct val="100000"/>
              </a:lnSpc>
              <a:spcBef>
                <a:spcPts val="0"/>
              </a:spcBef>
              <a:buNone/>
              <a:defRPr/>
            </a:lvl1pPr>
            <a:lvl2pPr indent="0" lvl="1" marL="0" algn="l">
              <a:lnSpc>
                <a:spcPct val="100000"/>
              </a:lnSpc>
              <a:spcBef>
                <a:spcPts val="0"/>
              </a:spcBef>
              <a:buNone/>
              <a:defRPr/>
            </a:lvl2pPr>
            <a:lvl3pPr indent="0" lvl="2" marL="0" algn="l">
              <a:lnSpc>
                <a:spcPct val="100000"/>
              </a:lnSpc>
              <a:spcBef>
                <a:spcPts val="0"/>
              </a:spcBef>
              <a:buNone/>
              <a:defRPr/>
            </a:lvl3pPr>
            <a:lvl4pPr indent="0" lvl="3" marL="0" algn="l">
              <a:lnSpc>
                <a:spcPct val="100000"/>
              </a:lnSpc>
              <a:spcBef>
                <a:spcPts val="0"/>
              </a:spcBef>
              <a:buNone/>
              <a:defRPr/>
            </a:lvl4pPr>
            <a:lvl5pPr indent="0" lvl="4" marL="0" algn="l">
              <a:lnSpc>
                <a:spcPct val="100000"/>
              </a:lnSpc>
              <a:spcBef>
                <a:spcPts val="0"/>
              </a:spcBef>
              <a:buNone/>
              <a:defRPr/>
            </a:lvl5pPr>
            <a:lvl6pPr indent="0" lvl="5" marL="0" algn="l">
              <a:lnSpc>
                <a:spcPct val="100000"/>
              </a:lnSpc>
              <a:spcBef>
                <a:spcPts val="0"/>
              </a:spcBef>
              <a:buNone/>
              <a:defRPr/>
            </a:lvl6pPr>
            <a:lvl7pPr indent="0" lvl="6" marL="0" algn="l">
              <a:lnSpc>
                <a:spcPct val="100000"/>
              </a:lnSpc>
              <a:spcBef>
                <a:spcPts val="0"/>
              </a:spcBef>
              <a:buNone/>
              <a:defRPr/>
            </a:lvl7pPr>
            <a:lvl8pPr indent="0" lvl="7" marL="0" algn="l">
              <a:lnSpc>
                <a:spcPct val="100000"/>
              </a:lnSpc>
              <a:spcBef>
                <a:spcPts val="0"/>
              </a:spcBef>
              <a:buNone/>
              <a:defRPr/>
            </a:lvl8pPr>
            <a:lvl9pPr indent="0" lvl="8" marL="0" algn="l">
              <a:lnSpc>
                <a:spcPct val="100000"/>
              </a:lnSpc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-DE"/>
              <a:t>Page </a:t>
            </a:r>
            <a:fld id="{00000000-1234-1234-1234-123412341234}" type="slidenum">
              <a:rPr lang="de-DE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pos="259">
          <p15:clr>
            <a:srgbClr val="65CEFF"/>
          </p15:clr>
        </p15:guide>
        <p15:guide id="2" pos="6109">
          <p15:clr>
            <a:srgbClr val="65CEFF"/>
          </p15:clr>
        </p15:guide>
        <p15:guide id="3" pos="7425">
          <p15:clr>
            <a:srgbClr val="65CEFF"/>
          </p15:clr>
        </p15:guide>
        <p15:guide id="4" orient="horz" pos="891">
          <p15:clr>
            <a:srgbClr val="65CEFF"/>
          </p15:clr>
        </p15:guide>
        <p15:guide id="5" orient="horz" pos="3658">
          <p15:clr>
            <a:srgbClr val="65CEFF"/>
          </p15:clr>
        </p15:guide>
        <p15:guide id="6" orient="horz" pos="4157">
          <p15:clr>
            <a:srgbClr val="65CEFF"/>
          </p15:clr>
        </p15:guide>
      </p15:sldGuideLst>
    </p:ext>
  </p:extLst>
</p:sldLayout>
</file>

<file path=ppt/slideLayouts/slideLayout5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hapter title light 80pt">
  <p:cSld name="Chapter title light 80pt">
    <p:bg>
      <p:bgPr>
        <a:solidFill>
          <a:schemeClr val="lt2"/>
        </a:solidFill>
      </p:bgPr>
    </p:bg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Title of the chapter" id="336" name="Google Shape;336;p63"/>
          <p:cNvSpPr txBox="1"/>
          <p:nvPr>
            <p:ph type="title"/>
          </p:nvPr>
        </p:nvSpPr>
        <p:spPr>
          <a:xfrm>
            <a:off x="410400" y="1414463"/>
            <a:ext cx="11376788" cy="2462213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0"/>
              <a:buFont typeface="Arial"/>
              <a:buNone/>
              <a:defRPr b="0" sz="8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descr="Subtitle of the chapter" id="337" name="Google Shape;337;p63"/>
          <p:cNvSpPr txBox="1"/>
          <p:nvPr>
            <p:ph idx="1" type="subTitle"/>
          </p:nvPr>
        </p:nvSpPr>
        <p:spPr>
          <a:xfrm>
            <a:off x="411163" y="3876677"/>
            <a:ext cx="9288000" cy="19303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370800">
            <a:noAutofit/>
          </a:bodyPr>
          <a:lstStyle>
            <a:lvl1pPr lv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1pPr>
            <a:lvl2pPr lvl="1" marR="0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Arial"/>
              <a:buNone/>
              <a:defRPr sz="2400"/>
            </a:lvl2pPr>
            <a:lvl3pPr lvl="2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l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SzPts val="1600"/>
              <a:buNone/>
              <a:defRPr sz="1600"/>
            </a:lvl9pPr>
          </a:lstStyle>
          <a:p/>
        </p:txBody>
      </p:sp>
      <p:pic>
        <p:nvPicPr>
          <p:cNvPr descr="Siemens logo" id="338" name="Google Shape;338;p6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274400" y="6364800"/>
            <a:ext cx="1512000" cy="240408"/>
          </a:xfrm>
          <a:prstGeom prst="rect">
            <a:avLst/>
          </a:prstGeom>
          <a:noFill/>
          <a:ln>
            <a:noFill/>
          </a:ln>
        </p:spPr>
      </p:pic>
      <p:sp>
        <p:nvSpPr>
          <p:cNvPr descr="Footer with copyright, author and department information, and date" id="339" name="Google Shape;339;p63"/>
          <p:cNvSpPr txBox="1"/>
          <p:nvPr>
            <p:ph idx="11" type="ftr"/>
          </p:nvPr>
        </p:nvSpPr>
        <p:spPr>
          <a:xfrm>
            <a:off x="1059160" y="6310800"/>
            <a:ext cx="8640003" cy="54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120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0" name="Google Shape;340;p63"/>
          <p:cNvSpPr txBox="1"/>
          <p:nvPr>
            <p:ph idx="12" type="sldNum"/>
          </p:nvPr>
        </p:nvSpPr>
        <p:spPr>
          <a:xfrm>
            <a:off x="411162" y="6310800"/>
            <a:ext cx="648000" cy="54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1200" lIns="0" spcFirstLastPara="1" rIns="0" wrap="square" tIns="0">
            <a:noAutofit/>
          </a:bodyPr>
          <a:lstStyle>
            <a:lvl1pPr indent="0" lvl="0" marL="0" algn="l">
              <a:lnSpc>
                <a:spcPct val="100000"/>
              </a:lnSpc>
              <a:spcBef>
                <a:spcPts val="0"/>
              </a:spcBef>
              <a:buNone/>
              <a:defRPr b="1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l">
              <a:lnSpc>
                <a:spcPct val="100000"/>
              </a:lnSpc>
              <a:spcBef>
                <a:spcPts val="0"/>
              </a:spcBef>
              <a:buNone/>
              <a:defRPr b="1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l">
              <a:lnSpc>
                <a:spcPct val="100000"/>
              </a:lnSpc>
              <a:spcBef>
                <a:spcPts val="0"/>
              </a:spcBef>
              <a:buNone/>
              <a:defRPr b="1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l">
              <a:lnSpc>
                <a:spcPct val="100000"/>
              </a:lnSpc>
              <a:spcBef>
                <a:spcPts val="0"/>
              </a:spcBef>
              <a:buNone/>
              <a:defRPr b="1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l">
              <a:lnSpc>
                <a:spcPct val="100000"/>
              </a:lnSpc>
              <a:spcBef>
                <a:spcPts val="0"/>
              </a:spcBef>
              <a:buNone/>
              <a:defRPr b="1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l">
              <a:lnSpc>
                <a:spcPct val="100000"/>
              </a:lnSpc>
              <a:spcBef>
                <a:spcPts val="0"/>
              </a:spcBef>
              <a:buNone/>
              <a:defRPr b="1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l">
              <a:lnSpc>
                <a:spcPct val="100000"/>
              </a:lnSpc>
              <a:spcBef>
                <a:spcPts val="0"/>
              </a:spcBef>
              <a:buNone/>
              <a:defRPr b="1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l">
              <a:lnSpc>
                <a:spcPct val="100000"/>
              </a:lnSpc>
              <a:spcBef>
                <a:spcPts val="0"/>
              </a:spcBef>
              <a:buNone/>
              <a:defRPr b="1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l">
              <a:lnSpc>
                <a:spcPct val="100000"/>
              </a:lnSpc>
              <a:spcBef>
                <a:spcPts val="0"/>
              </a:spcBef>
              <a:buNone/>
              <a:defRPr b="1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-DE"/>
              <a:t>Page </a:t>
            </a:r>
            <a:fld id="{00000000-1234-1234-1234-123412341234}" type="slidenum">
              <a:rPr lang="de-DE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pos="259">
          <p15:clr>
            <a:srgbClr val="65CEFF"/>
          </p15:clr>
        </p15:guide>
        <p15:guide id="2" pos="6109">
          <p15:clr>
            <a:srgbClr val="65CEFF"/>
          </p15:clr>
        </p15:guide>
        <p15:guide id="3" pos="7425">
          <p15:clr>
            <a:srgbClr val="65CEFF"/>
          </p15:clr>
        </p15:guide>
        <p15:guide id="4" orient="horz" pos="891">
          <p15:clr>
            <a:srgbClr val="65CEFF"/>
          </p15:clr>
        </p15:guide>
        <p15:guide id="5" orient="horz" pos="3658">
          <p15:clr>
            <a:srgbClr val="65CEFF"/>
          </p15:clr>
        </p15:guide>
        <p15:guide id="6" orient="horz" pos="4157">
          <p15:clr>
            <a:srgbClr val="65CEFF"/>
          </p15:clr>
        </p15:guide>
      </p15:sldGuideLst>
    </p:ext>
  </p:extLst>
</p:sldLayout>
</file>

<file path=ppt/slideLayouts/slideLayout5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hapter title light 60pt">
  <p:cSld name="Chapter title light 60pt">
    <p:bg>
      <p:bgPr>
        <a:solidFill>
          <a:schemeClr val="lt2"/>
        </a:solidFill>
      </p:bgPr>
    </p:bg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Title of the chapter" id="342" name="Google Shape;342;p64"/>
          <p:cNvSpPr txBox="1"/>
          <p:nvPr>
            <p:ph type="title"/>
          </p:nvPr>
        </p:nvSpPr>
        <p:spPr>
          <a:xfrm>
            <a:off x="410400" y="1414463"/>
            <a:ext cx="11376788" cy="2769989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Font typeface="Arial"/>
              <a:buNone/>
              <a:defRPr b="0" sz="6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descr="Subtitle of the chapter" id="343" name="Google Shape;343;p64"/>
          <p:cNvSpPr txBox="1"/>
          <p:nvPr>
            <p:ph idx="1" type="subTitle"/>
          </p:nvPr>
        </p:nvSpPr>
        <p:spPr>
          <a:xfrm>
            <a:off x="411163" y="4184451"/>
            <a:ext cx="9288000" cy="162262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370800">
            <a:noAutofit/>
          </a:bodyPr>
          <a:lstStyle>
            <a:lvl1pPr lv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 sz="2400">
                <a:solidFill>
                  <a:schemeClr val="dk2"/>
                </a:solidFill>
              </a:defRPr>
            </a:lvl1pPr>
            <a:lvl2pPr lvl="1" marR="0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Arial"/>
              <a:buNone/>
              <a:defRPr sz="2400"/>
            </a:lvl2pPr>
            <a:lvl3pPr lvl="2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l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SzPts val="1600"/>
              <a:buNone/>
              <a:defRPr sz="1600"/>
            </a:lvl9pPr>
          </a:lstStyle>
          <a:p/>
        </p:txBody>
      </p:sp>
      <p:pic>
        <p:nvPicPr>
          <p:cNvPr descr="Siemens logo" id="344" name="Google Shape;344;p6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274400" y="6364800"/>
            <a:ext cx="1512000" cy="240408"/>
          </a:xfrm>
          <a:prstGeom prst="rect">
            <a:avLst/>
          </a:prstGeom>
          <a:noFill/>
          <a:ln>
            <a:noFill/>
          </a:ln>
        </p:spPr>
      </p:pic>
      <p:sp>
        <p:nvSpPr>
          <p:cNvPr descr="Footer with copyright, author and department information, and date" id="345" name="Google Shape;345;p64"/>
          <p:cNvSpPr txBox="1"/>
          <p:nvPr>
            <p:ph idx="11" type="ftr"/>
          </p:nvPr>
        </p:nvSpPr>
        <p:spPr>
          <a:xfrm>
            <a:off x="1059160" y="6310800"/>
            <a:ext cx="8640003" cy="54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120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6" name="Google Shape;346;p64"/>
          <p:cNvSpPr txBox="1"/>
          <p:nvPr>
            <p:ph idx="12" type="sldNum"/>
          </p:nvPr>
        </p:nvSpPr>
        <p:spPr>
          <a:xfrm>
            <a:off x="411162" y="6310800"/>
            <a:ext cx="648000" cy="54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1200" lIns="0" spcFirstLastPara="1" rIns="0" wrap="square" tIns="0">
            <a:noAutofit/>
          </a:bodyPr>
          <a:lstStyle>
            <a:lvl1pPr indent="0" lvl="0" marL="0" algn="l">
              <a:lnSpc>
                <a:spcPct val="100000"/>
              </a:lnSpc>
              <a:spcBef>
                <a:spcPts val="0"/>
              </a:spcBef>
              <a:buNone/>
              <a:defRPr b="1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l">
              <a:lnSpc>
                <a:spcPct val="100000"/>
              </a:lnSpc>
              <a:spcBef>
                <a:spcPts val="0"/>
              </a:spcBef>
              <a:buNone/>
              <a:defRPr b="1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l">
              <a:lnSpc>
                <a:spcPct val="100000"/>
              </a:lnSpc>
              <a:spcBef>
                <a:spcPts val="0"/>
              </a:spcBef>
              <a:buNone/>
              <a:defRPr b="1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l">
              <a:lnSpc>
                <a:spcPct val="100000"/>
              </a:lnSpc>
              <a:spcBef>
                <a:spcPts val="0"/>
              </a:spcBef>
              <a:buNone/>
              <a:defRPr b="1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l">
              <a:lnSpc>
                <a:spcPct val="100000"/>
              </a:lnSpc>
              <a:spcBef>
                <a:spcPts val="0"/>
              </a:spcBef>
              <a:buNone/>
              <a:defRPr b="1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l">
              <a:lnSpc>
                <a:spcPct val="100000"/>
              </a:lnSpc>
              <a:spcBef>
                <a:spcPts val="0"/>
              </a:spcBef>
              <a:buNone/>
              <a:defRPr b="1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l">
              <a:lnSpc>
                <a:spcPct val="100000"/>
              </a:lnSpc>
              <a:spcBef>
                <a:spcPts val="0"/>
              </a:spcBef>
              <a:buNone/>
              <a:defRPr b="1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l">
              <a:lnSpc>
                <a:spcPct val="100000"/>
              </a:lnSpc>
              <a:spcBef>
                <a:spcPts val="0"/>
              </a:spcBef>
              <a:buNone/>
              <a:defRPr b="1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l">
              <a:lnSpc>
                <a:spcPct val="100000"/>
              </a:lnSpc>
              <a:spcBef>
                <a:spcPts val="0"/>
              </a:spcBef>
              <a:buNone/>
              <a:defRPr b="1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-DE"/>
              <a:t>Page </a:t>
            </a:r>
            <a:fld id="{00000000-1234-1234-1234-123412341234}" type="slidenum">
              <a:rPr lang="de-DE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pos="259">
          <p15:clr>
            <a:srgbClr val="65CEFF"/>
          </p15:clr>
        </p15:guide>
        <p15:guide id="2" pos="6109">
          <p15:clr>
            <a:srgbClr val="65CEFF"/>
          </p15:clr>
        </p15:guide>
        <p15:guide id="3" pos="7425">
          <p15:clr>
            <a:srgbClr val="65CEFF"/>
          </p15:clr>
        </p15:guide>
        <p15:guide id="4" orient="horz" pos="891">
          <p15:clr>
            <a:srgbClr val="65CEFF"/>
          </p15:clr>
        </p15:guide>
        <p15:guide id="5" orient="horz" pos="3658">
          <p15:clr>
            <a:srgbClr val="65CEFF"/>
          </p15:clr>
        </p15:guide>
        <p15:guide id="6" orient="horz" pos="4157">
          <p15:clr>
            <a:srgbClr val="65CEFF"/>
          </p15:clr>
        </p15:guide>
      </p15:sldGuideLst>
    </p:ext>
  </p:extLst>
</p:sldLayout>
</file>

<file path=ppt/slideLayouts/slideLayout6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hapter title light 40pt">
  <p:cSld name="Chapter title light 40pt">
    <p:bg>
      <p:bgPr>
        <a:solidFill>
          <a:schemeClr val="lt2"/>
        </a:solidFill>
      </p:bgPr>
    </p:bg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Title of the chapter" id="348" name="Google Shape;348;p65"/>
          <p:cNvSpPr txBox="1"/>
          <p:nvPr>
            <p:ph type="title"/>
          </p:nvPr>
        </p:nvSpPr>
        <p:spPr>
          <a:xfrm>
            <a:off x="410399" y="1414463"/>
            <a:ext cx="11370437" cy="2462213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Arial"/>
              <a:buNone/>
              <a:defRPr b="0" sz="4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descr="Subtitle of the chapter" id="349" name="Google Shape;349;p65"/>
          <p:cNvSpPr txBox="1"/>
          <p:nvPr>
            <p:ph idx="1" type="subTitle"/>
          </p:nvPr>
        </p:nvSpPr>
        <p:spPr>
          <a:xfrm>
            <a:off x="411163" y="3876675"/>
            <a:ext cx="9288000" cy="193012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370800">
            <a:noAutofit/>
          </a:bodyPr>
          <a:lstStyle>
            <a:lvl1pPr lv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1pPr>
            <a:lvl2pPr lvl="1" marR="0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Arial"/>
              <a:buNone/>
              <a:defRPr sz="1600"/>
            </a:lvl2pPr>
            <a:lvl3pPr lvl="2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l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SzPts val="1600"/>
              <a:buNone/>
              <a:defRPr sz="1600"/>
            </a:lvl9pPr>
          </a:lstStyle>
          <a:p/>
        </p:txBody>
      </p:sp>
      <p:pic>
        <p:nvPicPr>
          <p:cNvPr descr="Siemens logo" id="350" name="Google Shape;350;p6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274400" y="6364800"/>
            <a:ext cx="1512000" cy="240408"/>
          </a:xfrm>
          <a:prstGeom prst="rect">
            <a:avLst/>
          </a:prstGeom>
          <a:noFill/>
          <a:ln>
            <a:noFill/>
          </a:ln>
        </p:spPr>
      </p:pic>
      <p:sp>
        <p:nvSpPr>
          <p:cNvPr descr="Footer with copyright, author and department information, and date" id="351" name="Google Shape;351;p65"/>
          <p:cNvSpPr txBox="1"/>
          <p:nvPr>
            <p:ph idx="11" type="ftr"/>
          </p:nvPr>
        </p:nvSpPr>
        <p:spPr>
          <a:xfrm>
            <a:off x="1059160" y="6310800"/>
            <a:ext cx="8639240" cy="54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120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2" name="Google Shape;352;p65"/>
          <p:cNvSpPr txBox="1"/>
          <p:nvPr>
            <p:ph idx="12" type="sldNum"/>
          </p:nvPr>
        </p:nvSpPr>
        <p:spPr>
          <a:xfrm>
            <a:off x="411162" y="6310800"/>
            <a:ext cx="648000" cy="54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1200" lIns="0" spcFirstLastPara="1" rIns="0" wrap="square" tIns="0">
            <a:noAutofit/>
          </a:bodyPr>
          <a:lstStyle>
            <a:lvl1pPr indent="0" lvl="0" marL="0" algn="l">
              <a:lnSpc>
                <a:spcPct val="100000"/>
              </a:lnSpc>
              <a:spcBef>
                <a:spcPts val="0"/>
              </a:spcBef>
              <a:buNone/>
              <a:defRPr b="1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l">
              <a:lnSpc>
                <a:spcPct val="100000"/>
              </a:lnSpc>
              <a:spcBef>
                <a:spcPts val="0"/>
              </a:spcBef>
              <a:buNone/>
              <a:defRPr b="1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l">
              <a:lnSpc>
                <a:spcPct val="100000"/>
              </a:lnSpc>
              <a:spcBef>
                <a:spcPts val="0"/>
              </a:spcBef>
              <a:buNone/>
              <a:defRPr b="1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l">
              <a:lnSpc>
                <a:spcPct val="100000"/>
              </a:lnSpc>
              <a:spcBef>
                <a:spcPts val="0"/>
              </a:spcBef>
              <a:buNone/>
              <a:defRPr b="1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l">
              <a:lnSpc>
                <a:spcPct val="100000"/>
              </a:lnSpc>
              <a:spcBef>
                <a:spcPts val="0"/>
              </a:spcBef>
              <a:buNone/>
              <a:defRPr b="1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l">
              <a:lnSpc>
                <a:spcPct val="100000"/>
              </a:lnSpc>
              <a:spcBef>
                <a:spcPts val="0"/>
              </a:spcBef>
              <a:buNone/>
              <a:defRPr b="1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l">
              <a:lnSpc>
                <a:spcPct val="100000"/>
              </a:lnSpc>
              <a:spcBef>
                <a:spcPts val="0"/>
              </a:spcBef>
              <a:buNone/>
              <a:defRPr b="1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l">
              <a:lnSpc>
                <a:spcPct val="100000"/>
              </a:lnSpc>
              <a:spcBef>
                <a:spcPts val="0"/>
              </a:spcBef>
              <a:buNone/>
              <a:defRPr b="1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l">
              <a:lnSpc>
                <a:spcPct val="100000"/>
              </a:lnSpc>
              <a:spcBef>
                <a:spcPts val="0"/>
              </a:spcBef>
              <a:buNone/>
              <a:defRPr b="1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-DE"/>
              <a:t>Page </a:t>
            </a:r>
            <a:fld id="{00000000-1234-1234-1234-123412341234}" type="slidenum">
              <a:rPr lang="de-DE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pos="259">
          <p15:clr>
            <a:srgbClr val="65CEFF"/>
          </p15:clr>
        </p15:guide>
        <p15:guide id="2" pos="6109">
          <p15:clr>
            <a:srgbClr val="65CEFF"/>
          </p15:clr>
        </p15:guide>
        <p15:guide id="3" pos="7425">
          <p15:clr>
            <a:srgbClr val="65CEFF"/>
          </p15:clr>
        </p15:guide>
        <p15:guide id="4" orient="horz" pos="891">
          <p15:clr>
            <a:srgbClr val="65CEFF"/>
          </p15:clr>
        </p15:guide>
        <p15:guide id="5" orient="horz" pos="3658">
          <p15:clr>
            <a:srgbClr val="65CEFF"/>
          </p15:clr>
        </p15:guide>
        <p15:guide id="6" orient="horz" pos="4157">
          <p15:clr>
            <a:srgbClr val="65CEFF"/>
          </p15:clr>
        </p15:guide>
      </p15:sldGuideLst>
    </p:ext>
  </p:extLst>
</p:sldLayout>
</file>

<file path=ppt/slideLayouts/slideLayout6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dex / Agenda light">
  <p:cSld name="Index / Agenda light"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Slide headline" id="354" name="Google Shape;354;p66"/>
          <p:cNvSpPr txBox="1"/>
          <p:nvPr>
            <p:ph type="title"/>
          </p:nvPr>
        </p:nvSpPr>
        <p:spPr>
          <a:xfrm>
            <a:off x="410400" y="478800"/>
            <a:ext cx="9863900" cy="576000"/>
          </a:xfrm>
          <a:prstGeom prst="rect">
            <a:avLst/>
          </a:prstGeom>
          <a:noFill/>
          <a:ln>
            <a:noFill/>
          </a:ln>
        </p:spPr>
        <p:txBody>
          <a:bodyPr anchorCtr="0" anchor="t" bIns="14400" lIns="0" spcFirstLastPara="1" rIns="32400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descr="Agenda text frame" id="355" name="Google Shape;355;p66"/>
          <p:cNvSpPr txBox="1"/>
          <p:nvPr>
            <p:ph idx="1" type="body"/>
          </p:nvPr>
        </p:nvSpPr>
        <p:spPr>
          <a:xfrm>
            <a:off x="411163" y="1414463"/>
            <a:ext cx="7199311" cy="47513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indent="-342900" lvl="1" marL="9144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800"/>
              <a:buChar char="•"/>
              <a:defRPr b="1"/>
            </a:lvl3pPr>
            <a:lvl4pPr indent="-342900" lvl="3" marL="18288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800"/>
              <a:buChar char="•"/>
              <a:defRPr b="1"/>
            </a:lvl5pPr>
            <a:lvl6pPr indent="-330200" lvl="5" marL="27432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600"/>
              <a:buChar char="•"/>
              <a:defRPr sz="1600"/>
            </a:lvl6pPr>
            <a:lvl7pPr indent="-330200" lvl="6" marL="32004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600"/>
              <a:buChar char="•"/>
              <a:defRPr b="1" sz="1600"/>
            </a:lvl7pPr>
            <a:lvl8pPr indent="-330200" lvl="7" marL="36576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600"/>
              <a:buChar char="•"/>
              <a:defRPr sz="1600"/>
            </a:lvl8pPr>
            <a:lvl9pPr indent="-330200" lvl="8" marL="4114800" algn="l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SzPts val="1600"/>
              <a:buChar char="•"/>
              <a:defRPr b="1" sz="1600"/>
            </a:lvl9pPr>
          </a:lstStyle>
          <a:p/>
        </p:txBody>
      </p:sp>
      <p:pic>
        <p:nvPicPr>
          <p:cNvPr descr="Siemens logo" id="356" name="Google Shape;356;p6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635188" y="6418800"/>
            <a:ext cx="1152000" cy="183168"/>
          </a:xfrm>
          <a:prstGeom prst="rect">
            <a:avLst/>
          </a:prstGeom>
          <a:noFill/>
          <a:ln>
            <a:noFill/>
          </a:ln>
        </p:spPr>
      </p:pic>
      <p:sp>
        <p:nvSpPr>
          <p:cNvPr descr="Footer with copyright, author and department information, and date" id="357" name="Google Shape;357;p66"/>
          <p:cNvSpPr txBox="1"/>
          <p:nvPr>
            <p:ph idx="11" type="ftr"/>
          </p:nvPr>
        </p:nvSpPr>
        <p:spPr>
          <a:xfrm>
            <a:off x="1059160" y="6310800"/>
            <a:ext cx="9216000" cy="54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120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8" name="Google Shape;358;p66"/>
          <p:cNvSpPr txBox="1"/>
          <p:nvPr>
            <p:ph idx="12" type="sldNum"/>
          </p:nvPr>
        </p:nvSpPr>
        <p:spPr>
          <a:xfrm>
            <a:off x="411162" y="6310800"/>
            <a:ext cx="648000" cy="54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1200" lIns="0" spcFirstLastPara="1" rIns="0" wrap="square" tIns="0">
            <a:noAutofit/>
          </a:bodyPr>
          <a:lstStyle>
            <a:lvl1pPr indent="0" lvl="0" marL="0" algn="l">
              <a:lnSpc>
                <a:spcPct val="100000"/>
              </a:lnSpc>
              <a:spcBef>
                <a:spcPts val="0"/>
              </a:spcBef>
              <a:buNone/>
              <a:defRPr/>
            </a:lvl1pPr>
            <a:lvl2pPr indent="0" lvl="1" marL="0" algn="l">
              <a:lnSpc>
                <a:spcPct val="100000"/>
              </a:lnSpc>
              <a:spcBef>
                <a:spcPts val="0"/>
              </a:spcBef>
              <a:buNone/>
              <a:defRPr/>
            </a:lvl2pPr>
            <a:lvl3pPr indent="0" lvl="2" marL="0" algn="l">
              <a:lnSpc>
                <a:spcPct val="100000"/>
              </a:lnSpc>
              <a:spcBef>
                <a:spcPts val="0"/>
              </a:spcBef>
              <a:buNone/>
              <a:defRPr/>
            </a:lvl3pPr>
            <a:lvl4pPr indent="0" lvl="3" marL="0" algn="l">
              <a:lnSpc>
                <a:spcPct val="100000"/>
              </a:lnSpc>
              <a:spcBef>
                <a:spcPts val="0"/>
              </a:spcBef>
              <a:buNone/>
              <a:defRPr/>
            </a:lvl4pPr>
            <a:lvl5pPr indent="0" lvl="4" marL="0" algn="l">
              <a:lnSpc>
                <a:spcPct val="100000"/>
              </a:lnSpc>
              <a:spcBef>
                <a:spcPts val="0"/>
              </a:spcBef>
              <a:buNone/>
              <a:defRPr/>
            </a:lvl5pPr>
            <a:lvl6pPr indent="0" lvl="5" marL="0" algn="l">
              <a:lnSpc>
                <a:spcPct val="100000"/>
              </a:lnSpc>
              <a:spcBef>
                <a:spcPts val="0"/>
              </a:spcBef>
              <a:buNone/>
              <a:defRPr/>
            </a:lvl6pPr>
            <a:lvl7pPr indent="0" lvl="6" marL="0" algn="l">
              <a:lnSpc>
                <a:spcPct val="100000"/>
              </a:lnSpc>
              <a:spcBef>
                <a:spcPts val="0"/>
              </a:spcBef>
              <a:buNone/>
              <a:defRPr/>
            </a:lvl7pPr>
            <a:lvl8pPr indent="0" lvl="7" marL="0" algn="l">
              <a:lnSpc>
                <a:spcPct val="100000"/>
              </a:lnSpc>
              <a:spcBef>
                <a:spcPts val="0"/>
              </a:spcBef>
              <a:buNone/>
              <a:defRPr/>
            </a:lvl8pPr>
            <a:lvl9pPr indent="0" lvl="8" marL="0" algn="l">
              <a:lnSpc>
                <a:spcPct val="100000"/>
              </a:lnSpc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-DE"/>
              <a:t>Page </a:t>
            </a:r>
            <a:fld id="{00000000-1234-1234-1234-123412341234}" type="slidenum">
              <a:rPr lang="de-DE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pos="259">
          <p15:clr>
            <a:srgbClr val="65CEFF"/>
          </p15:clr>
        </p15:guide>
        <p15:guide id="2" pos="6472">
          <p15:clr>
            <a:srgbClr val="65CEFF"/>
          </p15:clr>
        </p15:guide>
        <p15:guide id="3" pos="7425">
          <p15:clr>
            <a:srgbClr val="65CEFF"/>
          </p15:clr>
        </p15:guide>
        <p15:guide id="4" orient="horz" pos="302">
          <p15:clr>
            <a:srgbClr val="65CEFF"/>
          </p15:clr>
        </p15:guide>
        <p15:guide id="5" orient="horz" pos="664">
          <p15:clr>
            <a:srgbClr val="65CEFF"/>
          </p15:clr>
        </p15:guide>
        <p15:guide id="6" orient="horz" pos="891">
          <p15:clr>
            <a:srgbClr val="65CEFF"/>
          </p15:clr>
        </p15:guide>
        <p15:guide id="7" orient="horz" pos="2206">
          <p15:clr>
            <a:srgbClr val="65CEFF"/>
          </p15:clr>
        </p15:guide>
        <p15:guide id="8" orient="horz" pos="2343">
          <p15:clr>
            <a:srgbClr val="65CEFF"/>
          </p15:clr>
        </p15:guide>
        <p15:guide id="9" orient="horz" pos="3658">
          <p15:clr>
            <a:srgbClr val="65CEFF"/>
          </p15:clr>
        </p15:guide>
        <p15:guide id="10" orient="horz" pos="3885">
          <p15:clr>
            <a:srgbClr val="65CEFF"/>
          </p15:clr>
        </p15:guide>
        <p15:guide id="11" orient="horz" pos="4157">
          <p15:clr>
            <a:srgbClr val="65CEFF"/>
          </p15:clr>
        </p15:guide>
        <p15:guide id="12" pos="4794">
          <p15:clr>
            <a:srgbClr val="65CEFF"/>
          </p15:clr>
        </p15:guide>
      </p15:sldGuideLst>
    </p:ext>
  </p:extLst>
</p:sldLayout>
</file>

<file path=ppt/slideLayouts/slideLayout6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dex / Agenda dark">
  <p:cSld name="Index / Agenda dark">
    <p:bg>
      <p:bgPr>
        <a:solidFill>
          <a:schemeClr val="dk2"/>
        </a:solidFill>
      </p:bgPr>
    </p:bg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Slide headline" id="360" name="Google Shape;360;p67"/>
          <p:cNvSpPr txBox="1"/>
          <p:nvPr>
            <p:ph type="title"/>
          </p:nvPr>
        </p:nvSpPr>
        <p:spPr>
          <a:xfrm>
            <a:off x="410400" y="478800"/>
            <a:ext cx="9863900" cy="576000"/>
          </a:xfrm>
          <a:prstGeom prst="rect">
            <a:avLst/>
          </a:prstGeom>
          <a:noFill/>
          <a:ln>
            <a:noFill/>
          </a:ln>
        </p:spPr>
        <p:txBody>
          <a:bodyPr anchorCtr="0" anchor="t" bIns="14400" lIns="0" spcFirstLastPara="1" rIns="32400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descr="Agenda text frame" id="361" name="Google Shape;361;p67"/>
          <p:cNvSpPr txBox="1"/>
          <p:nvPr>
            <p:ph idx="1" type="body"/>
          </p:nvPr>
        </p:nvSpPr>
        <p:spPr>
          <a:xfrm>
            <a:off x="411163" y="1414463"/>
            <a:ext cx="5903912" cy="47513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indent="-342900" lvl="1" marL="9144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 b="1"/>
            </a:lvl3pPr>
            <a:lvl4pPr indent="-342900" lvl="3" marL="18288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 b="1"/>
            </a:lvl5pPr>
            <a:lvl6pPr indent="-330200" lvl="5" marL="27432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Clr>
                <a:schemeClr val="lt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600"/>
              <a:buChar char="•"/>
              <a:defRPr b="1" sz="1600"/>
            </a:lvl7pPr>
            <a:lvl8pPr indent="-330200" lvl="7" marL="36576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>
                <a:schemeClr val="lt1"/>
              </a:buClr>
              <a:buSzPts val="1600"/>
              <a:buChar char="•"/>
              <a:defRPr b="1" sz="1600"/>
            </a:lvl9pPr>
          </a:lstStyle>
          <a:p/>
        </p:txBody>
      </p:sp>
      <p:sp>
        <p:nvSpPr>
          <p:cNvPr descr="Agenda text frame" id="362" name="Google Shape;362;p67"/>
          <p:cNvSpPr txBox="1"/>
          <p:nvPr>
            <p:ph idx="2" type="body"/>
          </p:nvPr>
        </p:nvSpPr>
        <p:spPr>
          <a:xfrm>
            <a:off x="6743700" y="1414463"/>
            <a:ext cx="5043488" cy="47513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indent="-342900" lvl="1" marL="9144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 b="1"/>
            </a:lvl3pPr>
            <a:lvl4pPr indent="-342900" lvl="3" marL="18288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 b="1"/>
            </a:lvl5pPr>
            <a:lvl6pPr indent="-330200" lvl="5" marL="27432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Clr>
                <a:schemeClr val="lt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600"/>
              <a:buChar char="•"/>
              <a:defRPr b="1" sz="1600"/>
            </a:lvl7pPr>
            <a:lvl8pPr indent="-330200" lvl="7" marL="36576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>
                <a:schemeClr val="lt1"/>
              </a:buClr>
              <a:buSzPts val="1600"/>
              <a:buChar char="•"/>
              <a:defRPr b="1" sz="1600"/>
            </a:lvl9pPr>
          </a:lstStyle>
          <a:p/>
        </p:txBody>
      </p:sp>
      <p:pic>
        <p:nvPicPr>
          <p:cNvPr descr="Siemens logo" id="363" name="Google Shape;363;p6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635188" y="6418800"/>
            <a:ext cx="1152000" cy="183168"/>
          </a:xfrm>
          <a:prstGeom prst="rect">
            <a:avLst/>
          </a:prstGeom>
          <a:noFill/>
          <a:ln>
            <a:noFill/>
          </a:ln>
        </p:spPr>
      </p:pic>
      <p:sp>
        <p:nvSpPr>
          <p:cNvPr descr="Footer with copyright, author and department information, and date" id="364" name="Google Shape;364;p67"/>
          <p:cNvSpPr txBox="1"/>
          <p:nvPr>
            <p:ph idx="11" type="ftr"/>
          </p:nvPr>
        </p:nvSpPr>
        <p:spPr>
          <a:xfrm>
            <a:off x="1059160" y="6310800"/>
            <a:ext cx="9216000" cy="54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120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5" name="Google Shape;365;p67"/>
          <p:cNvSpPr txBox="1"/>
          <p:nvPr>
            <p:ph idx="12" type="sldNum"/>
          </p:nvPr>
        </p:nvSpPr>
        <p:spPr>
          <a:xfrm>
            <a:off x="411162" y="6310800"/>
            <a:ext cx="648000" cy="54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1200" lIns="0" spcFirstLastPara="1" rIns="0" wrap="square" tIns="0">
            <a:noAutofit/>
          </a:bodyPr>
          <a:lstStyle>
            <a:lvl1pPr indent="0" lvl="0" marL="0" algn="l">
              <a:lnSpc>
                <a:spcPct val="100000"/>
              </a:lnSpc>
              <a:spcBef>
                <a:spcPts val="0"/>
              </a:spcBef>
              <a:buNone/>
              <a:defRPr/>
            </a:lvl1pPr>
            <a:lvl2pPr indent="0" lvl="1" marL="0" algn="l">
              <a:lnSpc>
                <a:spcPct val="100000"/>
              </a:lnSpc>
              <a:spcBef>
                <a:spcPts val="0"/>
              </a:spcBef>
              <a:buNone/>
              <a:defRPr/>
            </a:lvl2pPr>
            <a:lvl3pPr indent="0" lvl="2" marL="0" algn="l">
              <a:lnSpc>
                <a:spcPct val="100000"/>
              </a:lnSpc>
              <a:spcBef>
                <a:spcPts val="0"/>
              </a:spcBef>
              <a:buNone/>
              <a:defRPr/>
            </a:lvl3pPr>
            <a:lvl4pPr indent="0" lvl="3" marL="0" algn="l">
              <a:lnSpc>
                <a:spcPct val="100000"/>
              </a:lnSpc>
              <a:spcBef>
                <a:spcPts val="0"/>
              </a:spcBef>
              <a:buNone/>
              <a:defRPr/>
            </a:lvl4pPr>
            <a:lvl5pPr indent="0" lvl="4" marL="0" algn="l">
              <a:lnSpc>
                <a:spcPct val="100000"/>
              </a:lnSpc>
              <a:spcBef>
                <a:spcPts val="0"/>
              </a:spcBef>
              <a:buNone/>
              <a:defRPr/>
            </a:lvl5pPr>
            <a:lvl6pPr indent="0" lvl="5" marL="0" algn="l">
              <a:lnSpc>
                <a:spcPct val="100000"/>
              </a:lnSpc>
              <a:spcBef>
                <a:spcPts val="0"/>
              </a:spcBef>
              <a:buNone/>
              <a:defRPr/>
            </a:lvl6pPr>
            <a:lvl7pPr indent="0" lvl="6" marL="0" algn="l">
              <a:lnSpc>
                <a:spcPct val="100000"/>
              </a:lnSpc>
              <a:spcBef>
                <a:spcPts val="0"/>
              </a:spcBef>
              <a:buNone/>
              <a:defRPr/>
            </a:lvl7pPr>
            <a:lvl8pPr indent="0" lvl="7" marL="0" algn="l">
              <a:lnSpc>
                <a:spcPct val="100000"/>
              </a:lnSpc>
              <a:spcBef>
                <a:spcPts val="0"/>
              </a:spcBef>
              <a:buNone/>
              <a:defRPr/>
            </a:lvl8pPr>
            <a:lvl9pPr indent="0" lvl="8" marL="0" algn="l">
              <a:lnSpc>
                <a:spcPct val="100000"/>
              </a:lnSpc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-DE"/>
              <a:t>Page </a:t>
            </a:r>
            <a:fld id="{00000000-1234-1234-1234-123412341234}" type="slidenum">
              <a:rPr lang="de-DE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pos="259">
          <p15:clr>
            <a:srgbClr val="65CEFF"/>
          </p15:clr>
        </p15:guide>
        <p15:guide id="2" pos="3978">
          <p15:clr>
            <a:srgbClr val="65CEFF"/>
          </p15:clr>
        </p15:guide>
        <p15:guide id="3" pos="6472">
          <p15:clr>
            <a:srgbClr val="65CEFF"/>
          </p15:clr>
        </p15:guide>
        <p15:guide id="4" pos="7425">
          <p15:clr>
            <a:srgbClr val="65CEFF"/>
          </p15:clr>
        </p15:guide>
        <p15:guide id="5" orient="horz" pos="302">
          <p15:clr>
            <a:srgbClr val="65CEFF"/>
          </p15:clr>
        </p15:guide>
        <p15:guide id="6" orient="horz" pos="664">
          <p15:clr>
            <a:srgbClr val="65CEFF"/>
          </p15:clr>
        </p15:guide>
        <p15:guide id="7" orient="horz" pos="891">
          <p15:clr>
            <a:srgbClr val="65CEFF"/>
          </p15:clr>
        </p15:guide>
        <p15:guide id="8" orient="horz" pos="2206">
          <p15:clr>
            <a:srgbClr val="65CEFF"/>
          </p15:clr>
        </p15:guide>
        <p15:guide id="9" orient="horz" pos="2343">
          <p15:clr>
            <a:srgbClr val="65CEFF"/>
          </p15:clr>
        </p15:guide>
        <p15:guide id="10" orient="horz" pos="3658">
          <p15:clr>
            <a:srgbClr val="65CEFF"/>
          </p15:clr>
        </p15:guide>
        <p15:guide id="11" orient="horz" pos="3885">
          <p15:clr>
            <a:srgbClr val="65CEFF"/>
          </p15:clr>
        </p15:guide>
        <p15:guide id="12" orient="horz" pos="4157">
          <p15:clr>
            <a:srgbClr val="65CEFF"/>
          </p15:clr>
        </p15:guide>
        <p15:guide id="13" pos="4248">
          <p15:clr>
            <a:srgbClr val="65CEFF"/>
          </p15:clr>
        </p15:guide>
      </p15:sldGuideLst>
    </p:ext>
  </p:extLst>
</p:sldLayout>
</file>

<file path=ppt/slideLayouts/slideLayout6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ree Content">
  <p:cSld name="Free Content"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Slide headline" id="367" name="Google Shape;367;p68"/>
          <p:cNvSpPr txBox="1"/>
          <p:nvPr>
            <p:ph type="title"/>
          </p:nvPr>
        </p:nvSpPr>
        <p:spPr>
          <a:xfrm>
            <a:off x="410400" y="478800"/>
            <a:ext cx="9863997" cy="576000"/>
          </a:xfrm>
          <a:prstGeom prst="rect">
            <a:avLst/>
          </a:prstGeom>
          <a:noFill/>
          <a:ln>
            <a:noFill/>
          </a:ln>
        </p:spPr>
        <p:txBody>
          <a:bodyPr anchorCtr="0" anchor="t" bIns="14400" lIns="0" spcFirstLastPara="1" rIns="32400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descr="Siemens logo" id="368" name="Google Shape;368;p6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635188" y="6418800"/>
            <a:ext cx="1152000" cy="183168"/>
          </a:xfrm>
          <a:prstGeom prst="rect">
            <a:avLst/>
          </a:prstGeom>
          <a:noFill/>
          <a:ln>
            <a:noFill/>
          </a:ln>
        </p:spPr>
      </p:pic>
      <p:sp>
        <p:nvSpPr>
          <p:cNvPr descr="Footer with copyright, author and department information, and date" id="369" name="Google Shape;369;p68"/>
          <p:cNvSpPr txBox="1"/>
          <p:nvPr>
            <p:ph idx="11" type="ftr"/>
          </p:nvPr>
        </p:nvSpPr>
        <p:spPr>
          <a:xfrm>
            <a:off x="1059160" y="6310800"/>
            <a:ext cx="9216000" cy="54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120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0" name="Google Shape;370;p68"/>
          <p:cNvSpPr txBox="1"/>
          <p:nvPr>
            <p:ph idx="12" type="sldNum"/>
          </p:nvPr>
        </p:nvSpPr>
        <p:spPr>
          <a:xfrm>
            <a:off x="411162" y="6310800"/>
            <a:ext cx="648000" cy="54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1200" lIns="0" spcFirstLastPara="1" rIns="0" wrap="square" tIns="0">
            <a:noAutofit/>
          </a:bodyPr>
          <a:lstStyle>
            <a:lvl1pPr indent="0" lvl="0" marL="0" algn="l">
              <a:lnSpc>
                <a:spcPct val="100000"/>
              </a:lnSpc>
              <a:spcBef>
                <a:spcPts val="0"/>
              </a:spcBef>
              <a:buNone/>
              <a:defRPr b="1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l">
              <a:lnSpc>
                <a:spcPct val="100000"/>
              </a:lnSpc>
              <a:spcBef>
                <a:spcPts val="0"/>
              </a:spcBef>
              <a:buNone/>
              <a:defRPr b="1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l">
              <a:lnSpc>
                <a:spcPct val="100000"/>
              </a:lnSpc>
              <a:spcBef>
                <a:spcPts val="0"/>
              </a:spcBef>
              <a:buNone/>
              <a:defRPr b="1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l">
              <a:lnSpc>
                <a:spcPct val="100000"/>
              </a:lnSpc>
              <a:spcBef>
                <a:spcPts val="0"/>
              </a:spcBef>
              <a:buNone/>
              <a:defRPr b="1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l">
              <a:lnSpc>
                <a:spcPct val="100000"/>
              </a:lnSpc>
              <a:spcBef>
                <a:spcPts val="0"/>
              </a:spcBef>
              <a:buNone/>
              <a:defRPr b="1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l">
              <a:lnSpc>
                <a:spcPct val="100000"/>
              </a:lnSpc>
              <a:spcBef>
                <a:spcPts val="0"/>
              </a:spcBef>
              <a:buNone/>
              <a:defRPr b="1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l">
              <a:lnSpc>
                <a:spcPct val="100000"/>
              </a:lnSpc>
              <a:spcBef>
                <a:spcPts val="0"/>
              </a:spcBef>
              <a:buNone/>
              <a:defRPr b="1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l">
              <a:lnSpc>
                <a:spcPct val="100000"/>
              </a:lnSpc>
              <a:spcBef>
                <a:spcPts val="0"/>
              </a:spcBef>
              <a:buNone/>
              <a:defRPr b="1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l">
              <a:lnSpc>
                <a:spcPct val="100000"/>
              </a:lnSpc>
              <a:spcBef>
                <a:spcPts val="0"/>
              </a:spcBef>
              <a:buNone/>
              <a:defRPr b="1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-DE"/>
              <a:t>Page </a:t>
            </a:r>
            <a:fld id="{00000000-1234-1234-1234-123412341234}" type="slidenum">
              <a:rPr lang="de-DE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pos="259">
          <p15:clr>
            <a:srgbClr val="65CEFF"/>
          </p15:clr>
        </p15:guide>
        <p15:guide id="2" pos="2526">
          <p15:clr>
            <a:srgbClr val="65CEFF"/>
          </p15:clr>
        </p15:guide>
        <p15:guide id="3" pos="2708">
          <p15:clr>
            <a:srgbClr val="65CEFF"/>
          </p15:clr>
        </p15:guide>
        <p15:guide id="4" pos="3705">
          <p15:clr>
            <a:srgbClr val="65CEFF"/>
          </p15:clr>
        </p15:guide>
        <p15:guide id="5" pos="3978">
          <p15:clr>
            <a:srgbClr val="65CEFF"/>
          </p15:clr>
        </p15:guide>
        <p15:guide id="6" pos="4975">
          <p15:clr>
            <a:srgbClr val="65CEFF"/>
          </p15:clr>
        </p15:guide>
        <p15:guide id="7" pos="5157">
          <p15:clr>
            <a:srgbClr val="65CEFF"/>
          </p15:clr>
        </p15:guide>
        <p15:guide id="8" pos="6472">
          <p15:clr>
            <a:srgbClr val="65CEFF"/>
          </p15:clr>
        </p15:guide>
        <p15:guide id="9" pos="7425">
          <p15:clr>
            <a:srgbClr val="65CEFF"/>
          </p15:clr>
        </p15:guide>
        <p15:guide id="10" orient="horz" pos="302">
          <p15:clr>
            <a:srgbClr val="65CEFF"/>
          </p15:clr>
        </p15:guide>
        <p15:guide id="11" orient="horz" pos="664">
          <p15:clr>
            <a:srgbClr val="65CEFF"/>
          </p15:clr>
        </p15:guide>
        <p15:guide id="12" orient="horz" pos="891">
          <p15:clr>
            <a:srgbClr val="65CEFF"/>
          </p15:clr>
        </p15:guide>
        <p15:guide id="13" orient="horz" pos="2206">
          <p15:clr>
            <a:srgbClr val="65CEFF"/>
          </p15:clr>
        </p15:guide>
        <p15:guide id="14" orient="horz" pos="2343">
          <p15:clr>
            <a:srgbClr val="65CEFF"/>
          </p15:clr>
        </p15:guide>
        <p15:guide id="15" orient="horz" pos="3658">
          <p15:clr>
            <a:srgbClr val="65CEFF"/>
          </p15:clr>
        </p15:guide>
        <p15:guide id="16" orient="horz" pos="3885">
          <p15:clr>
            <a:srgbClr val="65CEFF"/>
          </p15:clr>
        </p15:guide>
        <p15:guide id="17" orient="horz" pos="4157">
          <p15:clr>
            <a:srgbClr val="65CEFF"/>
          </p15:clr>
        </p15:guide>
      </p15:sldGuideLst>
    </p:ext>
  </p:extLst>
</p:sldLayout>
</file>

<file path=ppt/slideLayouts/slideLayout6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ingle large image">
  <p:cSld name="Single large image"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Thematic full size picture – please describe further" id="372" name="Google Shape;372;p69"/>
          <p:cNvSpPr/>
          <p:nvPr>
            <p:ph idx="2" type="pic"/>
          </p:nvPr>
        </p:nvSpPr>
        <p:spPr>
          <a:xfrm>
            <a:off x="0" y="0"/>
            <a:ext cx="12192000" cy="6167438"/>
          </a:xfrm>
          <a:prstGeom prst="rect">
            <a:avLst/>
          </a:prstGeom>
          <a:solidFill>
            <a:srgbClr val="9999A9"/>
          </a:solidFill>
          <a:ln>
            <a:noFill/>
          </a:ln>
        </p:spPr>
      </p:sp>
      <p:sp>
        <p:nvSpPr>
          <p:cNvPr descr="Slide headline" id="373" name="Google Shape;373;p69"/>
          <p:cNvSpPr txBox="1"/>
          <p:nvPr>
            <p:ph type="title"/>
          </p:nvPr>
        </p:nvSpPr>
        <p:spPr>
          <a:xfrm>
            <a:off x="1022400" y="1054100"/>
            <a:ext cx="9252000" cy="14773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  <a:defRPr b="0"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descr="Siemens logo" id="374" name="Google Shape;374;p6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635188" y="6418800"/>
            <a:ext cx="1152000" cy="183168"/>
          </a:xfrm>
          <a:prstGeom prst="rect">
            <a:avLst/>
          </a:prstGeom>
          <a:noFill/>
          <a:ln>
            <a:noFill/>
          </a:ln>
        </p:spPr>
      </p:pic>
      <p:sp>
        <p:nvSpPr>
          <p:cNvPr descr="Footer with copyright, author and department information, and date" id="375" name="Google Shape;375;p69"/>
          <p:cNvSpPr txBox="1"/>
          <p:nvPr>
            <p:ph idx="11" type="ftr"/>
          </p:nvPr>
        </p:nvSpPr>
        <p:spPr>
          <a:xfrm>
            <a:off x="1059160" y="6310800"/>
            <a:ext cx="9216000" cy="54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120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6" name="Google Shape;376;p69"/>
          <p:cNvSpPr txBox="1"/>
          <p:nvPr>
            <p:ph idx="12" type="sldNum"/>
          </p:nvPr>
        </p:nvSpPr>
        <p:spPr>
          <a:xfrm>
            <a:off x="411162" y="6310800"/>
            <a:ext cx="648000" cy="54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1200" lIns="0" spcFirstLastPara="1" rIns="0" wrap="square" tIns="0">
            <a:noAutofit/>
          </a:bodyPr>
          <a:lstStyle>
            <a:lvl1pPr indent="0" lvl="0" marL="0" algn="l">
              <a:lnSpc>
                <a:spcPct val="100000"/>
              </a:lnSpc>
              <a:spcBef>
                <a:spcPts val="0"/>
              </a:spcBef>
              <a:buNone/>
              <a:defRPr/>
            </a:lvl1pPr>
            <a:lvl2pPr indent="0" lvl="1" marL="0" algn="l">
              <a:lnSpc>
                <a:spcPct val="100000"/>
              </a:lnSpc>
              <a:spcBef>
                <a:spcPts val="0"/>
              </a:spcBef>
              <a:buNone/>
              <a:defRPr/>
            </a:lvl2pPr>
            <a:lvl3pPr indent="0" lvl="2" marL="0" algn="l">
              <a:lnSpc>
                <a:spcPct val="100000"/>
              </a:lnSpc>
              <a:spcBef>
                <a:spcPts val="0"/>
              </a:spcBef>
              <a:buNone/>
              <a:defRPr/>
            </a:lvl3pPr>
            <a:lvl4pPr indent="0" lvl="3" marL="0" algn="l">
              <a:lnSpc>
                <a:spcPct val="100000"/>
              </a:lnSpc>
              <a:spcBef>
                <a:spcPts val="0"/>
              </a:spcBef>
              <a:buNone/>
              <a:defRPr/>
            </a:lvl4pPr>
            <a:lvl5pPr indent="0" lvl="4" marL="0" algn="l">
              <a:lnSpc>
                <a:spcPct val="100000"/>
              </a:lnSpc>
              <a:spcBef>
                <a:spcPts val="0"/>
              </a:spcBef>
              <a:buNone/>
              <a:defRPr/>
            </a:lvl5pPr>
            <a:lvl6pPr indent="0" lvl="5" marL="0" algn="l">
              <a:lnSpc>
                <a:spcPct val="100000"/>
              </a:lnSpc>
              <a:spcBef>
                <a:spcPts val="0"/>
              </a:spcBef>
              <a:buNone/>
              <a:defRPr/>
            </a:lvl6pPr>
            <a:lvl7pPr indent="0" lvl="6" marL="0" algn="l">
              <a:lnSpc>
                <a:spcPct val="100000"/>
              </a:lnSpc>
              <a:spcBef>
                <a:spcPts val="0"/>
              </a:spcBef>
              <a:buNone/>
              <a:defRPr/>
            </a:lvl7pPr>
            <a:lvl8pPr indent="0" lvl="7" marL="0" algn="l">
              <a:lnSpc>
                <a:spcPct val="100000"/>
              </a:lnSpc>
              <a:spcBef>
                <a:spcPts val="0"/>
              </a:spcBef>
              <a:buNone/>
              <a:defRPr/>
            </a:lvl8pPr>
            <a:lvl9pPr indent="0" lvl="8" marL="0" algn="l">
              <a:lnSpc>
                <a:spcPct val="100000"/>
              </a:lnSpc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-DE"/>
              <a:t>Page </a:t>
            </a:r>
            <a:fld id="{00000000-1234-1234-1234-123412341234}" type="slidenum">
              <a:rPr lang="de-DE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pos="259">
          <p15:clr>
            <a:srgbClr val="65CEFF"/>
          </p15:clr>
        </p15:guide>
        <p15:guide id="2" pos="6472">
          <p15:clr>
            <a:srgbClr val="65CEFF"/>
          </p15:clr>
        </p15:guide>
        <p15:guide id="3" pos="7425">
          <p15:clr>
            <a:srgbClr val="65CEFF"/>
          </p15:clr>
        </p15:guide>
        <p15:guide id="4" orient="horz" pos="664">
          <p15:clr>
            <a:srgbClr val="65CEFF"/>
          </p15:clr>
        </p15:guide>
        <p15:guide id="5" orient="horz" pos="3885">
          <p15:clr>
            <a:srgbClr val="65CEFF"/>
          </p15:clr>
        </p15:guide>
        <p15:guide id="6" orient="horz" pos="4157">
          <p15:clr>
            <a:srgbClr val="65CEFF"/>
          </p15:clr>
        </p15:guide>
      </p15:sldGuideLst>
    </p:ext>
  </p:extLst>
</p:sldLayout>
</file>

<file path=ppt/slideLayouts/slideLayout6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ingle large image Deep Blue">
  <p:cSld name="Single large image Deep Blue">
    <p:bg>
      <p:bgPr>
        <a:solidFill>
          <a:schemeClr val="dk2"/>
        </a:solidFill>
      </p:bgPr>
    </p:bg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Thematic full size picture – please describe further" id="378" name="Google Shape;378;p70"/>
          <p:cNvSpPr/>
          <p:nvPr>
            <p:ph idx="2" type="pic"/>
          </p:nvPr>
        </p:nvSpPr>
        <p:spPr>
          <a:xfrm>
            <a:off x="0" y="0"/>
            <a:ext cx="12192000" cy="6167438"/>
          </a:xfrm>
          <a:prstGeom prst="rect">
            <a:avLst/>
          </a:prstGeom>
          <a:solidFill>
            <a:srgbClr val="9999A9"/>
          </a:solidFill>
          <a:ln>
            <a:noFill/>
          </a:ln>
        </p:spPr>
      </p:sp>
      <p:sp>
        <p:nvSpPr>
          <p:cNvPr descr="Slide headline" id="379" name="Google Shape;379;p70"/>
          <p:cNvSpPr txBox="1"/>
          <p:nvPr>
            <p:ph type="title"/>
          </p:nvPr>
        </p:nvSpPr>
        <p:spPr>
          <a:xfrm>
            <a:off x="1022400" y="1054100"/>
            <a:ext cx="9252000" cy="14773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  <a:defRPr b="0"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descr="Siemens logo" id="380" name="Google Shape;380;p7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635188" y="6418800"/>
            <a:ext cx="1152000" cy="183168"/>
          </a:xfrm>
          <a:prstGeom prst="rect">
            <a:avLst/>
          </a:prstGeom>
          <a:noFill/>
          <a:ln>
            <a:noFill/>
          </a:ln>
        </p:spPr>
      </p:pic>
      <p:sp>
        <p:nvSpPr>
          <p:cNvPr descr="Footer with copyright, author and department information, and date" id="381" name="Google Shape;381;p70"/>
          <p:cNvSpPr txBox="1"/>
          <p:nvPr>
            <p:ph idx="11" type="ftr"/>
          </p:nvPr>
        </p:nvSpPr>
        <p:spPr>
          <a:xfrm>
            <a:off x="1059160" y="6310800"/>
            <a:ext cx="9216000" cy="54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120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2" name="Google Shape;382;p70"/>
          <p:cNvSpPr txBox="1"/>
          <p:nvPr>
            <p:ph idx="12" type="sldNum"/>
          </p:nvPr>
        </p:nvSpPr>
        <p:spPr>
          <a:xfrm>
            <a:off x="411162" y="6310800"/>
            <a:ext cx="648000" cy="54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1200" lIns="0" spcFirstLastPara="1" rIns="0" wrap="square" tIns="0">
            <a:noAutofit/>
          </a:bodyPr>
          <a:lstStyle>
            <a:lvl1pPr indent="0" lvl="0" marL="0" algn="l">
              <a:lnSpc>
                <a:spcPct val="100000"/>
              </a:lnSpc>
              <a:spcBef>
                <a:spcPts val="0"/>
              </a:spcBef>
              <a:buNone/>
              <a:defRPr/>
            </a:lvl1pPr>
            <a:lvl2pPr indent="0" lvl="1" marL="0" algn="l">
              <a:lnSpc>
                <a:spcPct val="100000"/>
              </a:lnSpc>
              <a:spcBef>
                <a:spcPts val="0"/>
              </a:spcBef>
              <a:buNone/>
              <a:defRPr/>
            </a:lvl2pPr>
            <a:lvl3pPr indent="0" lvl="2" marL="0" algn="l">
              <a:lnSpc>
                <a:spcPct val="100000"/>
              </a:lnSpc>
              <a:spcBef>
                <a:spcPts val="0"/>
              </a:spcBef>
              <a:buNone/>
              <a:defRPr/>
            </a:lvl3pPr>
            <a:lvl4pPr indent="0" lvl="3" marL="0" algn="l">
              <a:lnSpc>
                <a:spcPct val="100000"/>
              </a:lnSpc>
              <a:spcBef>
                <a:spcPts val="0"/>
              </a:spcBef>
              <a:buNone/>
              <a:defRPr/>
            </a:lvl4pPr>
            <a:lvl5pPr indent="0" lvl="4" marL="0" algn="l">
              <a:lnSpc>
                <a:spcPct val="100000"/>
              </a:lnSpc>
              <a:spcBef>
                <a:spcPts val="0"/>
              </a:spcBef>
              <a:buNone/>
              <a:defRPr/>
            </a:lvl5pPr>
            <a:lvl6pPr indent="0" lvl="5" marL="0" algn="l">
              <a:lnSpc>
                <a:spcPct val="100000"/>
              </a:lnSpc>
              <a:spcBef>
                <a:spcPts val="0"/>
              </a:spcBef>
              <a:buNone/>
              <a:defRPr/>
            </a:lvl6pPr>
            <a:lvl7pPr indent="0" lvl="6" marL="0" algn="l">
              <a:lnSpc>
                <a:spcPct val="100000"/>
              </a:lnSpc>
              <a:spcBef>
                <a:spcPts val="0"/>
              </a:spcBef>
              <a:buNone/>
              <a:defRPr/>
            </a:lvl7pPr>
            <a:lvl8pPr indent="0" lvl="7" marL="0" algn="l">
              <a:lnSpc>
                <a:spcPct val="100000"/>
              </a:lnSpc>
              <a:spcBef>
                <a:spcPts val="0"/>
              </a:spcBef>
              <a:buNone/>
              <a:defRPr/>
            </a:lvl8pPr>
            <a:lvl9pPr indent="0" lvl="8" marL="0" algn="l">
              <a:lnSpc>
                <a:spcPct val="100000"/>
              </a:lnSpc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-DE"/>
              <a:t>Page </a:t>
            </a:r>
            <a:fld id="{00000000-1234-1234-1234-123412341234}" type="slidenum">
              <a:rPr lang="de-DE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pos="259">
          <p15:clr>
            <a:srgbClr val="65CEFF"/>
          </p15:clr>
        </p15:guide>
        <p15:guide id="2" pos="6472">
          <p15:clr>
            <a:srgbClr val="65CEFF"/>
          </p15:clr>
        </p15:guide>
        <p15:guide id="3" pos="7425">
          <p15:clr>
            <a:srgbClr val="65CEFF"/>
          </p15:clr>
        </p15:guide>
        <p15:guide id="4" orient="horz" pos="664">
          <p15:clr>
            <a:srgbClr val="65CEFF"/>
          </p15:clr>
        </p15:guide>
        <p15:guide id="5" orient="horz" pos="3885">
          <p15:clr>
            <a:srgbClr val="65CEFF"/>
          </p15:clr>
        </p15:guide>
        <p15:guide id="6" orient="horz" pos="4157">
          <p15:clr>
            <a:srgbClr val="65CEFF"/>
          </p15:clr>
        </p15:guide>
      </p15:sldGuideLst>
    </p:ext>
  </p:extLst>
</p:sldLayout>
</file>

<file path=ppt/slideLayouts/slideLayout6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ingle image (Text spotlight)">
  <p:cSld name="Single image (Text spotlight)"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Thematic picture – please describe further" id="384" name="Google Shape;384;p71"/>
          <p:cNvSpPr/>
          <p:nvPr>
            <p:ph idx="2" type="pic"/>
          </p:nvPr>
        </p:nvSpPr>
        <p:spPr>
          <a:xfrm>
            <a:off x="0" y="1"/>
            <a:ext cx="7611160" cy="6167438"/>
          </a:xfrm>
          <a:prstGeom prst="rect">
            <a:avLst/>
          </a:prstGeom>
          <a:solidFill>
            <a:srgbClr val="9999A9"/>
          </a:solidFill>
          <a:ln>
            <a:noFill/>
          </a:ln>
        </p:spPr>
      </p:sp>
      <p:sp>
        <p:nvSpPr>
          <p:cNvPr descr="Slide headline" id="385" name="Google Shape;385;p71"/>
          <p:cNvSpPr txBox="1"/>
          <p:nvPr>
            <p:ph type="title"/>
          </p:nvPr>
        </p:nvSpPr>
        <p:spPr>
          <a:xfrm>
            <a:off x="1022400" y="1054100"/>
            <a:ext cx="6156275" cy="14773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  <a:defRPr b="0"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6" name="Google Shape;386;p71"/>
          <p:cNvSpPr txBox="1"/>
          <p:nvPr>
            <p:ph idx="1" type="body"/>
          </p:nvPr>
        </p:nvSpPr>
        <p:spPr>
          <a:xfrm>
            <a:off x="8042400" y="1054100"/>
            <a:ext cx="3744000" cy="51133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indent="-342900" lvl="1" marL="914400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SzPts val="1800"/>
              <a:buChar char="•"/>
              <a:defRPr/>
            </a:lvl9pPr>
          </a:lstStyle>
          <a:p/>
        </p:txBody>
      </p:sp>
      <p:pic>
        <p:nvPicPr>
          <p:cNvPr descr="Siemens logo" id="387" name="Google Shape;387;p7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635188" y="6418800"/>
            <a:ext cx="1152000" cy="183168"/>
          </a:xfrm>
          <a:prstGeom prst="rect">
            <a:avLst/>
          </a:prstGeom>
          <a:noFill/>
          <a:ln>
            <a:noFill/>
          </a:ln>
        </p:spPr>
      </p:pic>
      <p:sp>
        <p:nvSpPr>
          <p:cNvPr descr="Footer with copyright, author and department information, and date" id="388" name="Google Shape;388;p71"/>
          <p:cNvSpPr txBox="1"/>
          <p:nvPr>
            <p:ph idx="11" type="ftr"/>
          </p:nvPr>
        </p:nvSpPr>
        <p:spPr>
          <a:xfrm>
            <a:off x="1059160" y="6310800"/>
            <a:ext cx="9216000" cy="54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120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9" name="Google Shape;389;p71"/>
          <p:cNvSpPr txBox="1"/>
          <p:nvPr>
            <p:ph idx="12" type="sldNum"/>
          </p:nvPr>
        </p:nvSpPr>
        <p:spPr>
          <a:xfrm>
            <a:off x="411162" y="6310800"/>
            <a:ext cx="648000" cy="54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1200" lIns="0" spcFirstLastPara="1" rIns="0" wrap="square" tIns="0">
            <a:noAutofit/>
          </a:bodyPr>
          <a:lstStyle>
            <a:lvl1pPr indent="0" lvl="0" marL="0" algn="l">
              <a:lnSpc>
                <a:spcPct val="100000"/>
              </a:lnSpc>
              <a:spcBef>
                <a:spcPts val="0"/>
              </a:spcBef>
              <a:buNone/>
              <a:defRPr/>
            </a:lvl1pPr>
            <a:lvl2pPr indent="0" lvl="1" marL="0" algn="l">
              <a:lnSpc>
                <a:spcPct val="100000"/>
              </a:lnSpc>
              <a:spcBef>
                <a:spcPts val="0"/>
              </a:spcBef>
              <a:buNone/>
              <a:defRPr/>
            </a:lvl2pPr>
            <a:lvl3pPr indent="0" lvl="2" marL="0" algn="l">
              <a:lnSpc>
                <a:spcPct val="100000"/>
              </a:lnSpc>
              <a:spcBef>
                <a:spcPts val="0"/>
              </a:spcBef>
              <a:buNone/>
              <a:defRPr/>
            </a:lvl3pPr>
            <a:lvl4pPr indent="0" lvl="3" marL="0" algn="l">
              <a:lnSpc>
                <a:spcPct val="100000"/>
              </a:lnSpc>
              <a:spcBef>
                <a:spcPts val="0"/>
              </a:spcBef>
              <a:buNone/>
              <a:defRPr/>
            </a:lvl4pPr>
            <a:lvl5pPr indent="0" lvl="4" marL="0" algn="l">
              <a:lnSpc>
                <a:spcPct val="100000"/>
              </a:lnSpc>
              <a:spcBef>
                <a:spcPts val="0"/>
              </a:spcBef>
              <a:buNone/>
              <a:defRPr/>
            </a:lvl5pPr>
            <a:lvl6pPr indent="0" lvl="5" marL="0" algn="l">
              <a:lnSpc>
                <a:spcPct val="100000"/>
              </a:lnSpc>
              <a:spcBef>
                <a:spcPts val="0"/>
              </a:spcBef>
              <a:buNone/>
              <a:defRPr/>
            </a:lvl6pPr>
            <a:lvl7pPr indent="0" lvl="6" marL="0" algn="l">
              <a:lnSpc>
                <a:spcPct val="100000"/>
              </a:lnSpc>
              <a:spcBef>
                <a:spcPts val="0"/>
              </a:spcBef>
              <a:buNone/>
              <a:defRPr/>
            </a:lvl7pPr>
            <a:lvl8pPr indent="0" lvl="7" marL="0" algn="l">
              <a:lnSpc>
                <a:spcPct val="100000"/>
              </a:lnSpc>
              <a:spcBef>
                <a:spcPts val="0"/>
              </a:spcBef>
              <a:buNone/>
              <a:defRPr/>
            </a:lvl8pPr>
            <a:lvl9pPr indent="0" lvl="8" marL="0" algn="l">
              <a:lnSpc>
                <a:spcPct val="100000"/>
              </a:lnSpc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-DE"/>
              <a:t>Page </a:t>
            </a:r>
            <a:fld id="{00000000-1234-1234-1234-123412341234}" type="slidenum">
              <a:rPr lang="de-DE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pos="259">
          <p15:clr>
            <a:srgbClr val="65CEFF"/>
          </p15:clr>
        </p15:guide>
        <p15:guide id="2" pos="4522">
          <p15:clr>
            <a:srgbClr val="65CEFF"/>
          </p15:clr>
        </p15:guide>
        <p15:guide id="3" pos="4794">
          <p15:clr>
            <a:srgbClr val="65CEFF"/>
          </p15:clr>
        </p15:guide>
        <p15:guide id="4" pos="5066">
          <p15:clr>
            <a:srgbClr val="65CEFF"/>
          </p15:clr>
        </p15:guide>
        <p15:guide id="5" pos="6472">
          <p15:clr>
            <a:srgbClr val="65CEFF"/>
          </p15:clr>
        </p15:guide>
        <p15:guide id="6" pos="7425">
          <p15:clr>
            <a:srgbClr val="65CEFF"/>
          </p15:clr>
        </p15:guide>
        <p15:guide id="7" orient="horz" pos="302">
          <p15:clr>
            <a:srgbClr val="65CEFF"/>
          </p15:clr>
        </p15:guide>
        <p15:guide id="8" orient="horz" pos="664">
          <p15:clr>
            <a:srgbClr val="65CEFF"/>
          </p15:clr>
        </p15:guide>
        <p15:guide id="9" orient="horz" pos="891">
          <p15:clr>
            <a:srgbClr val="65CEFF"/>
          </p15:clr>
        </p15:guide>
        <p15:guide id="10" orient="horz" pos="3658">
          <p15:clr>
            <a:srgbClr val="65CEFF"/>
          </p15:clr>
        </p15:guide>
        <p15:guide id="11" orient="horz" pos="3885">
          <p15:clr>
            <a:srgbClr val="65CEFF"/>
          </p15:clr>
        </p15:guide>
        <p15:guide id="12" orient="horz" pos="4157">
          <p15:clr>
            <a:srgbClr val="65CEFF"/>
          </p15:clr>
        </p15:guide>
      </p15:sldGuideLst>
    </p:ext>
  </p:extLst>
</p:sldLayout>
</file>

<file path=ppt/slideLayouts/slideLayout6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ull bleed color Deep Blue">
  <p:cSld name="Full bleed color Deep Blue">
    <p:bg>
      <p:bgPr>
        <a:solidFill>
          <a:schemeClr val="dk2"/>
        </a:solidFill>
      </p:bgPr>
    </p:bg>
    <p:spTree>
      <p:nvGrpSpPr>
        <p:cNvPr id="390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Slide headline" id="391" name="Google Shape;391;p72"/>
          <p:cNvSpPr txBox="1"/>
          <p:nvPr>
            <p:ph type="title"/>
          </p:nvPr>
        </p:nvSpPr>
        <p:spPr>
          <a:xfrm>
            <a:off x="410400" y="478800"/>
            <a:ext cx="9863997" cy="576000"/>
          </a:xfrm>
          <a:prstGeom prst="rect">
            <a:avLst/>
          </a:prstGeom>
          <a:noFill/>
          <a:ln>
            <a:noFill/>
          </a:ln>
        </p:spPr>
        <p:txBody>
          <a:bodyPr anchorCtr="0" anchor="t" bIns="14400" lIns="0" spcFirstLastPara="1" rIns="32400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descr="Siemens logo" id="392" name="Google Shape;392;p7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635188" y="6418800"/>
            <a:ext cx="1152000" cy="183168"/>
          </a:xfrm>
          <a:prstGeom prst="rect">
            <a:avLst/>
          </a:prstGeom>
          <a:noFill/>
          <a:ln>
            <a:noFill/>
          </a:ln>
        </p:spPr>
      </p:pic>
      <p:sp>
        <p:nvSpPr>
          <p:cNvPr descr="Footer with copyright, author and department information, and date" id="393" name="Google Shape;393;p72"/>
          <p:cNvSpPr txBox="1"/>
          <p:nvPr>
            <p:ph idx="11" type="ftr"/>
          </p:nvPr>
        </p:nvSpPr>
        <p:spPr>
          <a:xfrm>
            <a:off x="1059160" y="6310800"/>
            <a:ext cx="9216000" cy="54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120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4" name="Google Shape;394;p72"/>
          <p:cNvSpPr txBox="1"/>
          <p:nvPr>
            <p:ph idx="12" type="sldNum"/>
          </p:nvPr>
        </p:nvSpPr>
        <p:spPr>
          <a:xfrm>
            <a:off x="411162" y="6310800"/>
            <a:ext cx="648000" cy="54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1200" lIns="0" spcFirstLastPara="1" rIns="0" wrap="square" tIns="0">
            <a:noAutofit/>
          </a:bodyPr>
          <a:lstStyle>
            <a:lvl1pPr indent="0" lvl="0" marL="0" algn="l">
              <a:lnSpc>
                <a:spcPct val="100000"/>
              </a:lnSpc>
              <a:spcBef>
                <a:spcPts val="0"/>
              </a:spcBef>
              <a:buNone/>
              <a:defRPr/>
            </a:lvl1pPr>
            <a:lvl2pPr indent="0" lvl="1" marL="0" algn="l">
              <a:lnSpc>
                <a:spcPct val="100000"/>
              </a:lnSpc>
              <a:spcBef>
                <a:spcPts val="0"/>
              </a:spcBef>
              <a:buNone/>
              <a:defRPr/>
            </a:lvl2pPr>
            <a:lvl3pPr indent="0" lvl="2" marL="0" algn="l">
              <a:lnSpc>
                <a:spcPct val="100000"/>
              </a:lnSpc>
              <a:spcBef>
                <a:spcPts val="0"/>
              </a:spcBef>
              <a:buNone/>
              <a:defRPr/>
            </a:lvl3pPr>
            <a:lvl4pPr indent="0" lvl="3" marL="0" algn="l">
              <a:lnSpc>
                <a:spcPct val="100000"/>
              </a:lnSpc>
              <a:spcBef>
                <a:spcPts val="0"/>
              </a:spcBef>
              <a:buNone/>
              <a:defRPr/>
            </a:lvl4pPr>
            <a:lvl5pPr indent="0" lvl="4" marL="0" algn="l">
              <a:lnSpc>
                <a:spcPct val="100000"/>
              </a:lnSpc>
              <a:spcBef>
                <a:spcPts val="0"/>
              </a:spcBef>
              <a:buNone/>
              <a:defRPr/>
            </a:lvl5pPr>
            <a:lvl6pPr indent="0" lvl="5" marL="0" algn="l">
              <a:lnSpc>
                <a:spcPct val="100000"/>
              </a:lnSpc>
              <a:spcBef>
                <a:spcPts val="0"/>
              </a:spcBef>
              <a:buNone/>
              <a:defRPr/>
            </a:lvl6pPr>
            <a:lvl7pPr indent="0" lvl="6" marL="0" algn="l">
              <a:lnSpc>
                <a:spcPct val="100000"/>
              </a:lnSpc>
              <a:spcBef>
                <a:spcPts val="0"/>
              </a:spcBef>
              <a:buNone/>
              <a:defRPr/>
            </a:lvl7pPr>
            <a:lvl8pPr indent="0" lvl="7" marL="0" algn="l">
              <a:lnSpc>
                <a:spcPct val="100000"/>
              </a:lnSpc>
              <a:spcBef>
                <a:spcPts val="0"/>
              </a:spcBef>
              <a:buNone/>
              <a:defRPr/>
            </a:lvl8pPr>
            <a:lvl9pPr indent="0" lvl="8" marL="0" algn="l">
              <a:lnSpc>
                <a:spcPct val="100000"/>
              </a:lnSpc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-DE"/>
              <a:t>Page </a:t>
            </a:r>
            <a:fld id="{00000000-1234-1234-1234-123412341234}" type="slidenum">
              <a:rPr lang="de-DE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pos="259">
          <p15:clr>
            <a:srgbClr val="65CEFF"/>
          </p15:clr>
        </p15:guide>
        <p15:guide id="2" pos="2526">
          <p15:clr>
            <a:srgbClr val="65CEFF"/>
          </p15:clr>
        </p15:guide>
        <p15:guide id="3" pos="2708">
          <p15:clr>
            <a:srgbClr val="65CEFF"/>
          </p15:clr>
        </p15:guide>
        <p15:guide id="4" pos="3705">
          <p15:clr>
            <a:srgbClr val="65CEFF"/>
          </p15:clr>
        </p15:guide>
        <p15:guide id="5" pos="3978">
          <p15:clr>
            <a:srgbClr val="65CEFF"/>
          </p15:clr>
        </p15:guide>
        <p15:guide id="6" pos="4975">
          <p15:clr>
            <a:srgbClr val="65CEFF"/>
          </p15:clr>
        </p15:guide>
        <p15:guide id="7" pos="5157">
          <p15:clr>
            <a:srgbClr val="65CEFF"/>
          </p15:clr>
        </p15:guide>
        <p15:guide id="8" pos="6472">
          <p15:clr>
            <a:srgbClr val="65CEFF"/>
          </p15:clr>
        </p15:guide>
        <p15:guide id="9" pos="7425">
          <p15:clr>
            <a:srgbClr val="65CEFF"/>
          </p15:clr>
        </p15:guide>
        <p15:guide id="10" orient="horz" pos="302">
          <p15:clr>
            <a:srgbClr val="65CEFF"/>
          </p15:clr>
        </p15:guide>
        <p15:guide id="11" orient="horz" pos="664">
          <p15:clr>
            <a:srgbClr val="65CEFF"/>
          </p15:clr>
        </p15:guide>
        <p15:guide id="12" orient="horz" pos="891">
          <p15:clr>
            <a:srgbClr val="65CEFF"/>
          </p15:clr>
        </p15:guide>
        <p15:guide id="13" orient="horz" pos="2206">
          <p15:clr>
            <a:srgbClr val="65CEFF"/>
          </p15:clr>
        </p15:guide>
        <p15:guide id="14" orient="horz" pos="2343">
          <p15:clr>
            <a:srgbClr val="65CEFF"/>
          </p15:clr>
        </p15:guide>
        <p15:guide id="15" orient="horz" pos="3658">
          <p15:clr>
            <a:srgbClr val="65CEFF"/>
          </p15:clr>
        </p15:guide>
        <p15:guide id="16" orient="horz" pos="3885">
          <p15:clr>
            <a:srgbClr val="65CEFF"/>
          </p15:clr>
        </p15:guide>
        <p15:guide id="17" orient="horz" pos="4157">
          <p15:clr>
            <a:srgbClr val="65CEFF"/>
          </p15:clr>
        </p15:guide>
      </p15:sldGuideLst>
    </p:ext>
  </p:extLst>
</p:sldLayout>
</file>

<file path=ppt/slideLayouts/slideLayout6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ull bleed color Gradient">
  <p:cSld name="Full bleed color Gradient">
    <p:bg>
      <p:bgPr>
        <a:gradFill>
          <a:gsLst>
            <a:gs pos="0">
              <a:schemeClr val="accent6"/>
            </a:gs>
            <a:gs pos="40000">
              <a:schemeClr val="accent6"/>
            </a:gs>
            <a:gs pos="100000">
              <a:schemeClr val="accent1"/>
            </a:gs>
          </a:gsLst>
          <a:path path="circle">
            <a:fillToRect l="100%" t="100%"/>
          </a:path>
          <a:tileRect b="-100%" r="-100%"/>
        </a:gradFill>
      </p:bgPr>
    </p:bg>
    <p:spTree>
      <p:nvGrpSpPr>
        <p:cNvPr id="395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p73"/>
          <p:cNvSpPr/>
          <p:nvPr/>
        </p:nvSpPr>
        <p:spPr>
          <a:xfrm>
            <a:off x="0" y="1414463"/>
            <a:ext cx="12192000" cy="5443537"/>
          </a:xfrm>
          <a:prstGeom prst="rect">
            <a:avLst/>
          </a:prstGeom>
          <a:gradFill>
            <a:gsLst>
              <a:gs pos="0">
                <a:schemeClr val="accent6"/>
              </a:gs>
              <a:gs pos="40000">
                <a:srgbClr val="000028">
                  <a:alpha val="49803"/>
                </a:srgbClr>
              </a:gs>
              <a:gs pos="100000">
                <a:srgbClr val="000028">
                  <a:alpha val="0"/>
                </a:srgbClr>
              </a:gs>
            </a:gsLst>
            <a:lin ang="16200000" scaled="0"/>
          </a:gradFill>
          <a:ln>
            <a:noFill/>
          </a:ln>
        </p:spPr>
        <p:txBody>
          <a:bodyPr anchorCtr="0" anchor="t" bIns="72000" lIns="108000" spcFirstLastPara="1" rIns="108000" wrap="square" tIns="72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Slide headline" id="397" name="Google Shape;397;p73"/>
          <p:cNvSpPr txBox="1"/>
          <p:nvPr>
            <p:ph type="title"/>
          </p:nvPr>
        </p:nvSpPr>
        <p:spPr>
          <a:xfrm>
            <a:off x="410400" y="478800"/>
            <a:ext cx="9863997" cy="576000"/>
          </a:xfrm>
          <a:prstGeom prst="rect">
            <a:avLst/>
          </a:prstGeom>
          <a:noFill/>
          <a:ln>
            <a:noFill/>
          </a:ln>
        </p:spPr>
        <p:txBody>
          <a:bodyPr anchorCtr="0" anchor="t" bIns="14400" lIns="0" spcFirstLastPara="1" rIns="32400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descr="Siemens logo" id="398" name="Google Shape;398;p7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635188" y="6418800"/>
            <a:ext cx="1152000" cy="183168"/>
          </a:xfrm>
          <a:prstGeom prst="rect">
            <a:avLst/>
          </a:prstGeom>
          <a:noFill/>
          <a:ln>
            <a:noFill/>
          </a:ln>
        </p:spPr>
      </p:pic>
      <p:sp>
        <p:nvSpPr>
          <p:cNvPr descr="Footer with copyright, author and department information, and date" id="399" name="Google Shape;399;p73"/>
          <p:cNvSpPr txBox="1"/>
          <p:nvPr>
            <p:ph idx="11" type="ftr"/>
          </p:nvPr>
        </p:nvSpPr>
        <p:spPr>
          <a:xfrm>
            <a:off x="1059160" y="6310800"/>
            <a:ext cx="9216000" cy="54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120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0" name="Google Shape;400;p73"/>
          <p:cNvSpPr txBox="1"/>
          <p:nvPr>
            <p:ph idx="12" type="sldNum"/>
          </p:nvPr>
        </p:nvSpPr>
        <p:spPr>
          <a:xfrm>
            <a:off x="411162" y="6310800"/>
            <a:ext cx="648000" cy="54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1200" lIns="0" spcFirstLastPara="1" rIns="0" wrap="square" tIns="0">
            <a:noAutofit/>
          </a:bodyPr>
          <a:lstStyle>
            <a:lvl1pPr indent="0" lvl="0" marL="0" algn="l">
              <a:lnSpc>
                <a:spcPct val="100000"/>
              </a:lnSpc>
              <a:spcBef>
                <a:spcPts val="0"/>
              </a:spcBef>
              <a:buNone/>
              <a:defRPr/>
            </a:lvl1pPr>
            <a:lvl2pPr indent="0" lvl="1" marL="0" algn="l">
              <a:lnSpc>
                <a:spcPct val="100000"/>
              </a:lnSpc>
              <a:spcBef>
                <a:spcPts val="0"/>
              </a:spcBef>
              <a:buNone/>
              <a:defRPr/>
            </a:lvl2pPr>
            <a:lvl3pPr indent="0" lvl="2" marL="0" algn="l">
              <a:lnSpc>
                <a:spcPct val="100000"/>
              </a:lnSpc>
              <a:spcBef>
                <a:spcPts val="0"/>
              </a:spcBef>
              <a:buNone/>
              <a:defRPr/>
            </a:lvl3pPr>
            <a:lvl4pPr indent="0" lvl="3" marL="0" algn="l">
              <a:lnSpc>
                <a:spcPct val="100000"/>
              </a:lnSpc>
              <a:spcBef>
                <a:spcPts val="0"/>
              </a:spcBef>
              <a:buNone/>
              <a:defRPr/>
            </a:lvl4pPr>
            <a:lvl5pPr indent="0" lvl="4" marL="0" algn="l">
              <a:lnSpc>
                <a:spcPct val="100000"/>
              </a:lnSpc>
              <a:spcBef>
                <a:spcPts val="0"/>
              </a:spcBef>
              <a:buNone/>
              <a:defRPr/>
            </a:lvl5pPr>
            <a:lvl6pPr indent="0" lvl="5" marL="0" algn="l">
              <a:lnSpc>
                <a:spcPct val="100000"/>
              </a:lnSpc>
              <a:spcBef>
                <a:spcPts val="0"/>
              </a:spcBef>
              <a:buNone/>
              <a:defRPr/>
            </a:lvl6pPr>
            <a:lvl7pPr indent="0" lvl="6" marL="0" algn="l">
              <a:lnSpc>
                <a:spcPct val="100000"/>
              </a:lnSpc>
              <a:spcBef>
                <a:spcPts val="0"/>
              </a:spcBef>
              <a:buNone/>
              <a:defRPr/>
            </a:lvl7pPr>
            <a:lvl8pPr indent="0" lvl="7" marL="0" algn="l">
              <a:lnSpc>
                <a:spcPct val="100000"/>
              </a:lnSpc>
              <a:spcBef>
                <a:spcPts val="0"/>
              </a:spcBef>
              <a:buNone/>
              <a:defRPr/>
            </a:lvl8pPr>
            <a:lvl9pPr indent="0" lvl="8" marL="0" algn="l">
              <a:lnSpc>
                <a:spcPct val="100000"/>
              </a:lnSpc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-DE"/>
              <a:t>Page </a:t>
            </a:r>
            <a:fld id="{00000000-1234-1234-1234-123412341234}" type="slidenum">
              <a:rPr lang="de-DE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pos="259">
          <p15:clr>
            <a:srgbClr val="65CEFF"/>
          </p15:clr>
        </p15:guide>
        <p15:guide id="2" pos="2526">
          <p15:clr>
            <a:srgbClr val="65CEFF"/>
          </p15:clr>
        </p15:guide>
        <p15:guide id="3" pos="2708">
          <p15:clr>
            <a:srgbClr val="65CEFF"/>
          </p15:clr>
        </p15:guide>
        <p15:guide id="4" pos="3705">
          <p15:clr>
            <a:srgbClr val="65CEFF"/>
          </p15:clr>
        </p15:guide>
        <p15:guide id="5" pos="3978">
          <p15:clr>
            <a:srgbClr val="65CEFF"/>
          </p15:clr>
        </p15:guide>
        <p15:guide id="6" pos="4975">
          <p15:clr>
            <a:srgbClr val="65CEFF"/>
          </p15:clr>
        </p15:guide>
        <p15:guide id="7" pos="5157">
          <p15:clr>
            <a:srgbClr val="65CEFF"/>
          </p15:clr>
        </p15:guide>
        <p15:guide id="8" pos="6472">
          <p15:clr>
            <a:srgbClr val="65CEFF"/>
          </p15:clr>
        </p15:guide>
        <p15:guide id="9" pos="7425">
          <p15:clr>
            <a:srgbClr val="65CEFF"/>
          </p15:clr>
        </p15:guide>
        <p15:guide id="10" orient="horz" pos="302">
          <p15:clr>
            <a:srgbClr val="65CEFF"/>
          </p15:clr>
        </p15:guide>
        <p15:guide id="11" orient="horz" pos="663">
          <p15:clr>
            <a:srgbClr val="65CEFF"/>
          </p15:clr>
        </p15:guide>
        <p15:guide id="12" orient="horz" pos="891">
          <p15:clr>
            <a:srgbClr val="65CEFF"/>
          </p15:clr>
        </p15:guide>
        <p15:guide id="13" orient="horz" pos="2206">
          <p15:clr>
            <a:srgbClr val="65CEFF"/>
          </p15:clr>
        </p15:guide>
        <p15:guide id="14" orient="horz" pos="2343">
          <p15:clr>
            <a:srgbClr val="65CEFF"/>
          </p15:clr>
        </p15:guide>
        <p15:guide id="15" orient="horz" pos="3658">
          <p15:clr>
            <a:srgbClr val="65CEFF"/>
          </p15:clr>
        </p15:guide>
        <p15:guide id="16" orient="horz" pos="3885">
          <p15:clr>
            <a:srgbClr val="65CEFF"/>
          </p15:clr>
        </p15:guide>
        <p15:guide id="17" orient="horz" pos="4157">
          <p15:clr>
            <a:srgbClr val="65CEFF"/>
          </p15:clr>
        </p15:guide>
      </p15:sldGuideLst>
    </p:ext>
  </p:extLst>
</p:sldLayout>
</file>

<file path=ppt/slideLayouts/slideLayout6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ull bleed color Light Sand">
  <p:cSld name="Full bleed color Light Sand">
    <p:bg>
      <p:bgPr>
        <a:solidFill>
          <a:schemeClr val="lt2"/>
        </a:solidFill>
      </p:bgPr>
    </p:bg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Slide headline" id="402" name="Google Shape;402;p74"/>
          <p:cNvSpPr txBox="1"/>
          <p:nvPr>
            <p:ph type="title"/>
          </p:nvPr>
        </p:nvSpPr>
        <p:spPr>
          <a:xfrm>
            <a:off x="410400" y="478800"/>
            <a:ext cx="9863997" cy="576000"/>
          </a:xfrm>
          <a:prstGeom prst="rect">
            <a:avLst/>
          </a:prstGeom>
          <a:noFill/>
          <a:ln>
            <a:noFill/>
          </a:ln>
        </p:spPr>
        <p:txBody>
          <a:bodyPr anchorCtr="0" anchor="t" bIns="14400" lIns="0" spcFirstLastPara="1" rIns="32400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Arial"/>
              <a:buNone/>
              <a:defRPr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descr="Siemens logo" id="403" name="Google Shape;403;p7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635188" y="6418800"/>
            <a:ext cx="1152000" cy="183168"/>
          </a:xfrm>
          <a:prstGeom prst="rect">
            <a:avLst/>
          </a:prstGeom>
          <a:noFill/>
          <a:ln>
            <a:noFill/>
          </a:ln>
        </p:spPr>
      </p:pic>
      <p:sp>
        <p:nvSpPr>
          <p:cNvPr descr="Footer with copyright, author and department information, and date" id="404" name="Google Shape;404;p74"/>
          <p:cNvSpPr txBox="1"/>
          <p:nvPr>
            <p:ph idx="11" type="ftr"/>
          </p:nvPr>
        </p:nvSpPr>
        <p:spPr>
          <a:xfrm>
            <a:off x="1059160" y="6310800"/>
            <a:ext cx="9216000" cy="54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120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5" name="Google Shape;405;p74"/>
          <p:cNvSpPr txBox="1"/>
          <p:nvPr>
            <p:ph idx="12" type="sldNum"/>
          </p:nvPr>
        </p:nvSpPr>
        <p:spPr>
          <a:xfrm>
            <a:off x="411162" y="6310800"/>
            <a:ext cx="648000" cy="54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1200" lIns="0" spcFirstLastPara="1" rIns="0" wrap="square" tIns="0">
            <a:noAutofit/>
          </a:bodyPr>
          <a:lstStyle>
            <a:lvl1pPr indent="0" lvl="0" marL="0" algn="l">
              <a:lnSpc>
                <a:spcPct val="100000"/>
              </a:lnSpc>
              <a:spcBef>
                <a:spcPts val="0"/>
              </a:spcBef>
              <a:buNone/>
              <a:defRPr b="1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l">
              <a:lnSpc>
                <a:spcPct val="100000"/>
              </a:lnSpc>
              <a:spcBef>
                <a:spcPts val="0"/>
              </a:spcBef>
              <a:buNone/>
              <a:defRPr b="1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l">
              <a:lnSpc>
                <a:spcPct val="100000"/>
              </a:lnSpc>
              <a:spcBef>
                <a:spcPts val="0"/>
              </a:spcBef>
              <a:buNone/>
              <a:defRPr b="1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l">
              <a:lnSpc>
                <a:spcPct val="100000"/>
              </a:lnSpc>
              <a:spcBef>
                <a:spcPts val="0"/>
              </a:spcBef>
              <a:buNone/>
              <a:defRPr b="1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l">
              <a:lnSpc>
                <a:spcPct val="100000"/>
              </a:lnSpc>
              <a:spcBef>
                <a:spcPts val="0"/>
              </a:spcBef>
              <a:buNone/>
              <a:defRPr b="1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l">
              <a:lnSpc>
                <a:spcPct val="100000"/>
              </a:lnSpc>
              <a:spcBef>
                <a:spcPts val="0"/>
              </a:spcBef>
              <a:buNone/>
              <a:defRPr b="1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l">
              <a:lnSpc>
                <a:spcPct val="100000"/>
              </a:lnSpc>
              <a:spcBef>
                <a:spcPts val="0"/>
              </a:spcBef>
              <a:buNone/>
              <a:defRPr b="1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l">
              <a:lnSpc>
                <a:spcPct val="100000"/>
              </a:lnSpc>
              <a:spcBef>
                <a:spcPts val="0"/>
              </a:spcBef>
              <a:buNone/>
              <a:defRPr b="1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l">
              <a:lnSpc>
                <a:spcPct val="100000"/>
              </a:lnSpc>
              <a:spcBef>
                <a:spcPts val="0"/>
              </a:spcBef>
              <a:buNone/>
              <a:defRPr b="1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-DE"/>
              <a:t>Page </a:t>
            </a:r>
            <a:fld id="{00000000-1234-1234-1234-123412341234}" type="slidenum">
              <a:rPr lang="de-DE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pos="259">
          <p15:clr>
            <a:srgbClr val="65CEFF"/>
          </p15:clr>
        </p15:guide>
        <p15:guide id="2" pos="2526">
          <p15:clr>
            <a:srgbClr val="65CEFF"/>
          </p15:clr>
        </p15:guide>
        <p15:guide id="3" pos="2708">
          <p15:clr>
            <a:srgbClr val="65CEFF"/>
          </p15:clr>
        </p15:guide>
        <p15:guide id="4" pos="3705">
          <p15:clr>
            <a:srgbClr val="65CEFF"/>
          </p15:clr>
        </p15:guide>
        <p15:guide id="5" pos="3978">
          <p15:clr>
            <a:srgbClr val="65CEFF"/>
          </p15:clr>
        </p15:guide>
        <p15:guide id="6" pos="4975">
          <p15:clr>
            <a:srgbClr val="65CEFF"/>
          </p15:clr>
        </p15:guide>
        <p15:guide id="7" pos="5157">
          <p15:clr>
            <a:srgbClr val="65CEFF"/>
          </p15:clr>
        </p15:guide>
        <p15:guide id="8" pos="6472">
          <p15:clr>
            <a:srgbClr val="65CEFF"/>
          </p15:clr>
        </p15:guide>
        <p15:guide id="9" pos="7425">
          <p15:clr>
            <a:srgbClr val="65CEFF"/>
          </p15:clr>
        </p15:guide>
        <p15:guide id="10" orient="horz" pos="302">
          <p15:clr>
            <a:srgbClr val="65CEFF"/>
          </p15:clr>
        </p15:guide>
        <p15:guide id="11" orient="horz" pos="664">
          <p15:clr>
            <a:srgbClr val="65CEFF"/>
          </p15:clr>
        </p15:guide>
        <p15:guide id="12" orient="horz" pos="891">
          <p15:clr>
            <a:srgbClr val="65CEFF"/>
          </p15:clr>
        </p15:guide>
        <p15:guide id="13" orient="horz" pos="2206">
          <p15:clr>
            <a:srgbClr val="65CEFF"/>
          </p15:clr>
        </p15:guide>
        <p15:guide id="14" orient="horz" pos="2343">
          <p15:clr>
            <a:srgbClr val="65CEFF"/>
          </p15:clr>
        </p15:guide>
        <p15:guide id="15" orient="horz" pos="3658">
          <p15:clr>
            <a:srgbClr val="65CEFF"/>
          </p15:clr>
        </p15:guide>
        <p15:guide id="16" orient="horz" pos="3885">
          <p15:clr>
            <a:srgbClr val="65CEFF"/>
          </p15:clr>
        </p15:guide>
        <p15:guide id="17" orient="horz" pos="4157">
          <p15:clr>
            <a:srgbClr val="65CEFF"/>
          </p15:clr>
        </p15:guide>
      </p15:sldGuideLst>
    </p:ext>
  </p:extLst>
</p:sldLayout>
</file>

<file path=ppt/slideLayouts/slideLayout7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object (small)">
  <p:cSld name="One object (small)">
    <p:spTree>
      <p:nvGrpSpPr>
        <p:cNvPr id="406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Slide headline" id="407" name="Google Shape;407;p75"/>
          <p:cNvSpPr txBox="1"/>
          <p:nvPr>
            <p:ph type="title"/>
          </p:nvPr>
        </p:nvSpPr>
        <p:spPr>
          <a:xfrm>
            <a:off x="410400" y="478800"/>
            <a:ext cx="9863997" cy="576000"/>
          </a:xfrm>
          <a:prstGeom prst="rect">
            <a:avLst/>
          </a:prstGeom>
          <a:noFill/>
          <a:ln>
            <a:noFill/>
          </a:ln>
        </p:spPr>
        <p:txBody>
          <a:bodyPr anchorCtr="0" anchor="t" bIns="14400" lIns="0" spcFirstLastPara="1" rIns="32400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descr="Content text frame" id="408" name="Google Shape;408;p75"/>
          <p:cNvSpPr txBox="1"/>
          <p:nvPr>
            <p:ph idx="1" type="body"/>
          </p:nvPr>
        </p:nvSpPr>
        <p:spPr>
          <a:xfrm>
            <a:off x="411162" y="1414800"/>
            <a:ext cx="7199313" cy="475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indent="-342900" lvl="1" marL="914400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SzPts val="1800"/>
              <a:buChar char="•"/>
              <a:defRPr/>
            </a:lvl9pPr>
          </a:lstStyle>
          <a:p/>
        </p:txBody>
      </p:sp>
      <p:pic>
        <p:nvPicPr>
          <p:cNvPr descr="Siemens logo" id="409" name="Google Shape;409;p7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635188" y="6418800"/>
            <a:ext cx="1152000" cy="183168"/>
          </a:xfrm>
          <a:prstGeom prst="rect">
            <a:avLst/>
          </a:prstGeom>
          <a:noFill/>
          <a:ln>
            <a:noFill/>
          </a:ln>
        </p:spPr>
      </p:pic>
      <p:sp>
        <p:nvSpPr>
          <p:cNvPr descr="Footer with copyright, author and department information, and date" id="410" name="Google Shape;410;p75"/>
          <p:cNvSpPr txBox="1"/>
          <p:nvPr>
            <p:ph idx="11" type="ftr"/>
          </p:nvPr>
        </p:nvSpPr>
        <p:spPr>
          <a:xfrm>
            <a:off x="1059160" y="6310800"/>
            <a:ext cx="9216000" cy="54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120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1" name="Google Shape;411;p75"/>
          <p:cNvSpPr txBox="1"/>
          <p:nvPr>
            <p:ph idx="12" type="sldNum"/>
          </p:nvPr>
        </p:nvSpPr>
        <p:spPr>
          <a:xfrm>
            <a:off x="411162" y="6310800"/>
            <a:ext cx="648000" cy="54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1200" lIns="0" spcFirstLastPara="1" rIns="0" wrap="square" tIns="0">
            <a:noAutofit/>
          </a:bodyPr>
          <a:lstStyle>
            <a:lvl1pPr indent="0" lvl="0" marL="0" algn="l">
              <a:lnSpc>
                <a:spcPct val="100000"/>
              </a:lnSpc>
              <a:spcBef>
                <a:spcPts val="0"/>
              </a:spcBef>
              <a:buNone/>
              <a:defRPr/>
            </a:lvl1pPr>
            <a:lvl2pPr indent="0" lvl="1" marL="0" algn="l">
              <a:lnSpc>
                <a:spcPct val="100000"/>
              </a:lnSpc>
              <a:spcBef>
                <a:spcPts val="0"/>
              </a:spcBef>
              <a:buNone/>
              <a:defRPr/>
            </a:lvl2pPr>
            <a:lvl3pPr indent="0" lvl="2" marL="0" algn="l">
              <a:lnSpc>
                <a:spcPct val="100000"/>
              </a:lnSpc>
              <a:spcBef>
                <a:spcPts val="0"/>
              </a:spcBef>
              <a:buNone/>
              <a:defRPr/>
            </a:lvl3pPr>
            <a:lvl4pPr indent="0" lvl="3" marL="0" algn="l">
              <a:lnSpc>
                <a:spcPct val="100000"/>
              </a:lnSpc>
              <a:spcBef>
                <a:spcPts val="0"/>
              </a:spcBef>
              <a:buNone/>
              <a:defRPr/>
            </a:lvl4pPr>
            <a:lvl5pPr indent="0" lvl="4" marL="0" algn="l">
              <a:lnSpc>
                <a:spcPct val="100000"/>
              </a:lnSpc>
              <a:spcBef>
                <a:spcPts val="0"/>
              </a:spcBef>
              <a:buNone/>
              <a:defRPr/>
            </a:lvl5pPr>
            <a:lvl6pPr indent="0" lvl="5" marL="0" algn="l">
              <a:lnSpc>
                <a:spcPct val="100000"/>
              </a:lnSpc>
              <a:spcBef>
                <a:spcPts val="0"/>
              </a:spcBef>
              <a:buNone/>
              <a:defRPr/>
            </a:lvl6pPr>
            <a:lvl7pPr indent="0" lvl="6" marL="0" algn="l">
              <a:lnSpc>
                <a:spcPct val="100000"/>
              </a:lnSpc>
              <a:spcBef>
                <a:spcPts val="0"/>
              </a:spcBef>
              <a:buNone/>
              <a:defRPr/>
            </a:lvl7pPr>
            <a:lvl8pPr indent="0" lvl="7" marL="0" algn="l">
              <a:lnSpc>
                <a:spcPct val="100000"/>
              </a:lnSpc>
              <a:spcBef>
                <a:spcPts val="0"/>
              </a:spcBef>
              <a:buNone/>
              <a:defRPr/>
            </a:lvl8pPr>
            <a:lvl9pPr indent="0" lvl="8" marL="0" algn="l">
              <a:lnSpc>
                <a:spcPct val="100000"/>
              </a:lnSpc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-DE"/>
              <a:t>Page </a:t>
            </a:r>
            <a:fld id="{00000000-1234-1234-1234-123412341234}" type="slidenum">
              <a:rPr lang="de-DE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pos="259">
          <p15:clr>
            <a:srgbClr val="65CEFF"/>
          </p15:clr>
        </p15:guide>
        <p15:guide id="2" pos="4794">
          <p15:clr>
            <a:srgbClr val="65CEFF"/>
          </p15:clr>
        </p15:guide>
        <p15:guide id="3" pos="6472">
          <p15:clr>
            <a:srgbClr val="65CEFF"/>
          </p15:clr>
        </p15:guide>
        <p15:guide id="4" pos="7425">
          <p15:clr>
            <a:srgbClr val="65CEFF"/>
          </p15:clr>
        </p15:guide>
        <p15:guide id="5" orient="horz" pos="302">
          <p15:clr>
            <a:srgbClr val="65CEFF"/>
          </p15:clr>
        </p15:guide>
        <p15:guide id="6" orient="horz" pos="664">
          <p15:clr>
            <a:srgbClr val="65CEFF"/>
          </p15:clr>
        </p15:guide>
        <p15:guide id="7" orient="horz" pos="891">
          <p15:clr>
            <a:srgbClr val="65CEFF"/>
          </p15:clr>
        </p15:guide>
        <p15:guide id="8" orient="horz" pos="3658">
          <p15:clr>
            <a:srgbClr val="65CEFF"/>
          </p15:clr>
        </p15:guide>
        <p15:guide id="9" orient="horz" pos="3885">
          <p15:clr>
            <a:srgbClr val="65CEFF"/>
          </p15:clr>
        </p15:guide>
        <p15:guide id="10" orient="horz" pos="4157">
          <p15:clr>
            <a:srgbClr val="65CEFF"/>
          </p15:clr>
        </p15:guide>
      </p15:sldGuideLst>
    </p:ext>
  </p:extLst>
</p:sldLayout>
</file>

<file path=ppt/slideLayouts/slideLayout7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object (large)">
  <p:cSld name="One object (large)">
    <p:spTree>
      <p:nvGrpSpPr>
        <p:cNvPr id="412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Slide headline" id="413" name="Google Shape;413;p76"/>
          <p:cNvSpPr txBox="1"/>
          <p:nvPr>
            <p:ph type="title"/>
          </p:nvPr>
        </p:nvSpPr>
        <p:spPr>
          <a:xfrm>
            <a:off x="410400" y="478800"/>
            <a:ext cx="9863997" cy="576000"/>
          </a:xfrm>
          <a:prstGeom prst="rect">
            <a:avLst/>
          </a:prstGeom>
          <a:noFill/>
          <a:ln>
            <a:noFill/>
          </a:ln>
        </p:spPr>
        <p:txBody>
          <a:bodyPr anchorCtr="0" anchor="t" bIns="14400" lIns="0" spcFirstLastPara="1" rIns="32400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descr="Content text frame" id="414" name="Google Shape;414;p76"/>
          <p:cNvSpPr txBox="1"/>
          <p:nvPr>
            <p:ph idx="1" type="body"/>
          </p:nvPr>
        </p:nvSpPr>
        <p:spPr>
          <a:xfrm>
            <a:off x="411162" y="1414800"/>
            <a:ext cx="11376026" cy="475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indent="-342900" lvl="1" marL="914400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SzPts val="1800"/>
              <a:buChar char="•"/>
              <a:defRPr/>
            </a:lvl9pPr>
          </a:lstStyle>
          <a:p/>
        </p:txBody>
      </p:sp>
      <p:pic>
        <p:nvPicPr>
          <p:cNvPr descr="Siemens logo" id="415" name="Google Shape;415;p7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635188" y="6418800"/>
            <a:ext cx="1152000" cy="183168"/>
          </a:xfrm>
          <a:prstGeom prst="rect">
            <a:avLst/>
          </a:prstGeom>
          <a:noFill/>
          <a:ln>
            <a:noFill/>
          </a:ln>
        </p:spPr>
      </p:pic>
      <p:sp>
        <p:nvSpPr>
          <p:cNvPr descr="Footer with copyright, author and department information, and date" id="416" name="Google Shape;416;p76"/>
          <p:cNvSpPr txBox="1"/>
          <p:nvPr>
            <p:ph idx="11" type="ftr"/>
          </p:nvPr>
        </p:nvSpPr>
        <p:spPr>
          <a:xfrm>
            <a:off x="1059160" y="6310800"/>
            <a:ext cx="9216000" cy="54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120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7" name="Google Shape;417;p76"/>
          <p:cNvSpPr txBox="1"/>
          <p:nvPr>
            <p:ph idx="12" type="sldNum"/>
          </p:nvPr>
        </p:nvSpPr>
        <p:spPr>
          <a:xfrm>
            <a:off x="411162" y="6310800"/>
            <a:ext cx="648000" cy="54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1200" lIns="0" spcFirstLastPara="1" rIns="0" wrap="square" tIns="0">
            <a:noAutofit/>
          </a:bodyPr>
          <a:lstStyle>
            <a:lvl1pPr indent="0" lvl="0" marL="0" algn="l">
              <a:lnSpc>
                <a:spcPct val="100000"/>
              </a:lnSpc>
              <a:spcBef>
                <a:spcPts val="0"/>
              </a:spcBef>
              <a:buNone/>
              <a:defRPr/>
            </a:lvl1pPr>
            <a:lvl2pPr indent="0" lvl="1" marL="0" algn="l">
              <a:lnSpc>
                <a:spcPct val="100000"/>
              </a:lnSpc>
              <a:spcBef>
                <a:spcPts val="0"/>
              </a:spcBef>
              <a:buNone/>
              <a:defRPr/>
            </a:lvl2pPr>
            <a:lvl3pPr indent="0" lvl="2" marL="0" algn="l">
              <a:lnSpc>
                <a:spcPct val="100000"/>
              </a:lnSpc>
              <a:spcBef>
                <a:spcPts val="0"/>
              </a:spcBef>
              <a:buNone/>
              <a:defRPr/>
            </a:lvl3pPr>
            <a:lvl4pPr indent="0" lvl="3" marL="0" algn="l">
              <a:lnSpc>
                <a:spcPct val="100000"/>
              </a:lnSpc>
              <a:spcBef>
                <a:spcPts val="0"/>
              </a:spcBef>
              <a:buNone/>
              <a:defRPr/>
            </a:lvl4pPr>
            <a:lvl5pPr indent="0" lvl="4" marL="0" algn="l">
              <a:lnSpc>
                <a:spcPct val="100000"/>
              </a:lnSpc>
              <a:spcBef>
                <a:spcPts val="0"/>
              </a:spcBef>
              <a:buNone/>
              <a:defRPr/>
            </a:lvl5pPr>
            <a:lvl6pPr indent="0" lvl="5" marL="0" algn="l">
              <a:lnSpc>
                <a:spcPct val="100000"/>
              </a:lnSpc>
              <a:spcBef>
                <a:spcPts val="0"/>
              </a:spcBef>
              <a:buNone/>
              <a:defRPr/>
            </a:lvl6pPr>
            <a:lvl7pPr indent="0" lvl="6" marL="0" algn="l">
              <a:lnSpc>
                <a:spcPct val="100000"/>
              </a:lnSpc>
              <a:spcBef>
                <a:spcPts val="0"/>
              </a:spcBef>
              <a:buNone/>
              <a:defRPr/>
            </a:lvl7pPr>
            <a:lvl8pPr indent="0" lvl="7" marL="0" algn="l">
              <a:lnSpc>
                <a:spcPct val="100000"/>
              </a:lnSpc>
              <a:spcBef>
                <a:spcPts val="0"/>
              </a:spcBef>
              <a:buNone/>
              <a:defRPr/>
            </a:lvl8pPr>
            <a:lvl9pPr indent="0" lvl="8" marL="0" algn="l">
              <a:lnSpc>
                <a:spcPct val="100000"/>
              </a:lnSpc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-DE"/>
              <a:t>Page </a:t>
            </a:r>
            <a:fld id="{00000000-1234-1234-1234-123412341234}" type="slidenum">
              <a:rPr lang="de-DE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pos="259">
          <p15:clr>
            <a:srgbClr val="65CEFF"/>
          </p15:clr>
        </p15:guide>
        <p15:guide id="2" pos="6472">
          <p15:clr>
            <a:srgbClr val="65CEFF"/>
          </p15:clr>
        </p15:guide>
        <p15:guide id="3" pos="7425">
          <p15:clr>
            <a:srgbClr val="65CEFF"/>
          </p15:clr>
        </p15:guide>
        <p15:guide id="4" orient="horz" pos="302">
          <p15:clr>
            <a:srgbClr val="65CEFF"/>
          </p15:clr>
        </p15:guide>
        <p15:guide id="5" orient="horz" pos="664">
          <p15:clr>
            <a:srgbClr val="65CEFF"/>
          </p15:clr>
        </p15:guide>
        <p15:guide id="6" orient="horz" pos="891">
          <p15:clr>
            <a:srgbClr val="65CEFF"/>
          </p15:clr>
        </p15:guide>
        <p15:guide id="7" orient="horz" pos="3658">
          <p15:clr>
            <a:srgbClr val="65CEFF"/>
          </p15:clr>
        </p15:guide>
        <p15:guide id="8" orient="horz" pos="3885">
          <p15:clr>
            <a:srgbClr val="65CEFF"/>
          </p15:clr>
        </p15:guide>
        <p15:guide id="9" orient="horz" pos="4157">
          <p15:clr>
            <a:srgbClr val="65CEFF"/>
          </p15:clr>
        </p15:guide>
      </p15:sldGuideLst>
    </p:ext>
  </p:extLst>
</p:sldLayout>
</file>

<file path=ppt/slideLayouts/slideLayout7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lumns">
  <p:cSld name="Two columns">
    <p:spTree>
      <p:nvGrpSpPr>
        <p:cNvPr id="418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Slide headline" id="419" name="Google Shape;419;p77"/>
          <p:cNvSpPr txBox="1"/>
          <p:nvPr>
            <p:ph type="title"/>
          </p:nvPr>
        </p:nvSpPr>
        <p:spPr>
          <a:xfrm>
            <a:off x="410400" y="478800"/>
            <a:ext cx="9863997" cy="576000"/>
          </a:xfrm>
          <a:prstGeom prst="rect">
            <a:avLst/>
          </a:prstGeom>
          <a:noFill/>
          <a:ln>
            <a:noFill/>
          </a:ln>
        </p:spPr>
        <p:txBody>
          <a:bodyPr anchorCtr="0" anchor="t" bIns="14400" lIns="0" spcFirstLastPara="1" rIns="32400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descr="Content text frame" id="420" name="Google Shape;420;p77"/>
          <p:cNvSpPr txBox="1"/>
          <p:nvPr>
            <p:ph idx="1" type="body"/>
          </p:nvPr>
        </p:nvSpPr>
        <p:spPr>
          <a:xfrm>
            <a:off x="411162" y="1414800"/>
            <a:ext cx="5470526" cy="475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indent="-342900" lvl="1" marL="914400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descr="Content text frame" id="421" name="Google Shape;421;p77"/>
          <p:cNvSpPr txBox="1"/>
          <p:nvPr>
            <p:ph idx="2" type="body"/>
          </p:nvPr>
        </p:nvSpPr>
        <p:spPr>
          <a:xfrm>
            <a:off x="6315075" y="1414800"/>
            <a:ext cx="5465763" cy="475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indent="-342900" lvl="1" marL="914400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SzPts val="1800"/>
              <a:buChar char="•"/>
              <a:defRPr/>
            </a:lvl9pPr>
          </a:lstStyle>
          <a:p/>
        </p:txBody>
      </p:sp>
      <p:pic>
        <p:nvPicPr>
          <p:cNvPr descr="Siemens logo" id="422" name="Google Shape;422;p7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635188" y="6418800"/>
            <a:ext cx="1152000" cy="183168"/>
          </a:xfrm>
          <a:prstGeom prst="rect">
            <a:avLst/>
          </a:prstGeom>
          <a:noFill/>
          <a:ln>
            <a:noFill/>
          </a:ln>
        </p:spPr>
      </p:pic>
      <p:sp>
        <p:nvSpPr>
          <p:cNvPr descr="Footer with copyright, author and department information, and date" id="423" name="Google Shape;423;p77"/>
          <p:cNvSpPr txBox="1"/>
          <p:nvPr>
            <p:ph idx="11" type="ftr"/>
          </p:nvPr>
        </p:nvSpPr>
        <p:spPr>
          <a:xfrm>
            <a:off x="1059160" y="6310800"/>
            <a:ext cx="9216000" cy="54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120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4" name="Google Shape;424;p77"/>
          <p:cNvSpPr txBox="1"/>
          <p:nvPr>
            <p:ph idx="12" type="sldNum"/>
          </p:nvPr>
        </p:nvSpPr>
        <p:spPr>
          <a:xfrm>
            <a:off x="411162" y="6310800"/>
            <a:ext cx="648000" cy="54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1200" lIns="0" spcFirstLastPara="1" rIns="0" wrap="square" tIns="0">
            <a:noAutofit/>
          </a:bodyPr>
          <a:lstStyle>
            <a:lvl1pPr indent="0" lvl="0" marL="0" algn="l">
              <a:lnSpc>
                <a:spcPct val="100000"/>
              </a:lnSpc>
              <a:spcBef>
                <a:spcPts val="0"/>
              </a:spcBef>
              <a:buNone/>
              <a:defRPr/>
            </a:lvl1pPr>
            <a:lvl2pPr indent="0" lvl="1" marL="0" algn="l">
              <a:lnSpc>
                <a:spcPct val="100000"/>
              </a:lnSpc>
              <a:spcBef>
                <a:spcPts val="0"/>
              </a:spcBef>
              <a:buNone/>
              <a:defRPr/>
            </a:lvl2pPr>
            <a:lvl3pPr indent="0" lvl="2" marL="0" algn="l">
              <a:lnSpc>
                <a:spcPct val="100000"/>
              </a:lnSpc>
              <a:spcBef>
                <a:spcPts val="0"/>
              </a:spcBef>
              <a:buNone/>
              <a:defRPr/>
            </a:lvl3pPr>
            <a:lvl4pPr indent="0" lvl="3" marL="0" algn="l">
              <a:lnSpc>
                <a:spcPct val="100000"/>
              </a:lnSpc>
              <a:spcBef>
                <a:spcPts val="0"/>
              </a:spcBef>
              <a:buNone/>
              <a:defRPr/>
            </a:lvl4pPr>
            <a:lvl5pPr indent="0" lvl="4" marL="0" algn="l">
              <a:lnSpc>
                <a:spcPct val="100000"/>
              </a:lnSpc>
              <a:spcBef>
                <a:spcPts val="0"/>
              </a:spcBef>
              <a:buNone/>
              <a:defRPr/>
            </a:lvl5pPr>
            <a:lvl6pPr indent="0" lvl="5" marL="0" algn="l">
              <a:lnSpc>
                <a:spcPct val="100000"/>
              </a:lnSpc>
              <a:spcBef>
                <a:spcPts val="0"/>
              </a:spcBef>
              <a:buNone/>
              <a:defRPr/>
            </a:lvl6pPr>
            <a:lvl7pPr indent="0" lvl="6" marL="0" algn="l">
              <a:lnSpc>
                <a:spcPct val="100000"/>
              </a:lnSpc>
              <a:spcBef>
                <a:spcPts val="0"/>
              </a:spcBef>
              <a:buNone/>
              <a:defRPr/>
            </a:lvl7pPr>
            <a:lvl8pPr indent="0" lvl="7" marL="0" algn="l">
              <a:lnSpc>
                <a:spcPct val="100000"/>
              </a:lnSpc>
              <a:spcBef>
                <a:spcPts val="0"/>
              </a:spcBef>
              <a:buNone/>
              <a:defRPr/>
            </a:lvl8pPr>
            <a:lvl9pPr indent="0" lvl="8" marL="0" algn="l">
              <a:lnSpc>
                <a:spcPct val="100000"/>
              </a:lnSpc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-DE"/>
              <a:t>Page </a:t>
            </a:r>
            <a:fld id="{00000000-1234-1234-1234-123412341234}" type="slidenum">
              <a:rPr lang="de-DE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pos="259">
          <p15:clr>
            <a:srgbClr val="65CEFF"/>
          </p15:clr>
        </p15:guide>
        <p15:guide id="2" pos="3705">
          <p15:clr>
            <a:srgbClr val="65CEFF"/>
          </p15:clr>
        </p15:guide>
        <p15:guide id="3" pos="3978">
          <p15:clr>
            <a:srgbClr val="65CEFF"/>
          </p15:clr>
        </p15:guide>
        <p15:guide id="4" pos="6472">
          <p15:clr>
            <a:srgbClr val="65CEFF"/>
          </p15:clr>
        </p15:guide>
        <p15:guide id="5" pos="7425">
          <p15:clr>
            <a:srgbClr val="65CEFF"/>
          </p15:clr>
        </p15:guide>
        <p15:guide id="6" orient="horz" pos="302">
          <p15:clr>
            <a:srgbClr val="65CEFF"/>
          </p15:clr>
        </p15:guide>
        <p15:guide id="7" orient="horz" pos="664">
          <p15:clr>
            <a:srgbClr val="65CEFF"/>
          </p15:clr>
        </p15:guide>
        <p15:guide id="8" orient="horz" pos="891">
          <p15:clr>
            <a:srgbClr val="65CEFF"/>
          </p15:clr>
        </p15:guide>
        <p15:guide id="9" orient="horz" pos="3658">
          <p15:clr>
            <a:srgbClr val="65CEFF"/>
          </p15:clr>
        </p15:guide>
        <p15:guide id="10" orient="horz" pos="3885">
          <p15:clr>
            <a:srgbClr val="65CEFF"/>
          </p15:clr>
        </p15:guide>
        <p15:guide id="11" orient="horz" pos="4157">
          <p15:clr>
            <a:srgbClr val="65CEFF"/>
          </p15:clr>
        </p15:guide>
      </p15:sldGuideLst>
    </p:ext>
  </p:extLst>
</p:sldLayout>
</file>

<file path=ppt/slideLayouts/slideLayout7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columns">
  <p:cSld name="Three columns">
    <p:spTree>
      <p:nvGrpSpPr>
        <p:cNvPr id="425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Slide headline" id="426" name="Google Shape;426;p78"/>
          <p:cNvSpPr txBox="1"/>
          <p:nvPr>
            <p:ph type="title"/>
          </p:nvPr>
        </p:nvSpPr>
        <p:spPr>
          <a:xfrm>
            <a:off x="410400" y="478800"/>
            <a:ext cx="9863997" cy="576000"/>
          </a:xfrm>
          <a:prstGeom prst="rect">
            <a:avLst/>
          </a:prstGeom>
          <a:noFill/>
          <a:ln>
            <a:noFill/>
          </a:ln>
        </p:spPr>
        <p:txBody>
          <a:bodyPr anchorCtr="0" anchor="t" bIns="14400" lIns="0" spcFirstLastPara="1" rIns="32400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descr="Content text frame" id="427" name="Google Shape;427;p78"/>
          <p:cNvSpPr txBox="1"/>
          <p:nvPr>
            <p:ph idx="1" type="body"/>
          </p:nvPr>
        </p:nvSpPr>
        <p:spPr>
          <a:xfrm>
            <a:off x="411162" y="1414800"/>
            <a:ext cx="3600000" cy="475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indent="-342900" lvl="1" marL="914400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descr="Content text frame" id="428" name="Google Shape;428;p78"/>
          <p:cNvSpPr txBox="1"/>
          <p:nvPr>
            <p:ph idx="2" type="body"/>
          </p:nvPr>
        </p:nvSpPr>
        <p:spPr>
          <a:xfrm>
            <a:off x="4298400" y="1414800"/>
            <a:ext cx="3600000" cy="475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indent="-342900" lvl="1" marL="914400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descr="Content text frame" id="429" name="Google Shape;429;p78"/>
          <p:cNvSpPr txBox="1"/>
          <p:nvPr>
            <p:ph idx="3" type="body"/>
          </p:nvPr>
        </p:nvSpPr>
        <p:spPr>
          <a:xfrm>
            <a:off x="8186400" y="1414800"/>
            <a:ext cx="3600000" cy="475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indent="-342900" lvl="1" marL="914400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SzPts val="1800"/>
              <a:buChar char="•"/>
              <a:defRPr/>
            </a:lvl9pPr>
          </a:lstStyle>
          <a:p/>
        </p:txBody>
      </p:sp>
      <p:pic>
        <p:nvPicPr>
          <p:cNvPr descr="Siemens logo" id="430" name="Google Shape;430;p7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635188" y="6418800"/>
            <a:ext cx="1152000" cy="183168"/>
          </a:xfrm>
          <a:prstGeom prst="rect">
            <a:avLst/>
          </a:prstGeom>
          <a:noFill/>
          <a:ln>
            <a:noFill/>
          </a:ln>
        </p:spPr>
      </p:pic>
      <p:sp>
        <p:nvSpPr>
          <p:cNvPr descr="Footer with copyright, author and department information, and date" id="431" name="Google Shape;431;p78"/>
          <p:cNvSpPr txBox="1"/>
          <p:nvPr>
            <p:ph idx="11" type="ftr"/>
          </p:nvPr>
        </p:nvSpPr>
        <p:spPr>
          <a:xfrm>
            <a:off x="1059160" y="6310800"/>
            <a:ext cx="9216000" cy="54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120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2" name="Google Shape;432;p78"/>
          <p:cNvSpPr txBox="1"/>
          <p:nvPr>
            <p:ph idx="12" type="sldNum"/>
          </p:nvPr>
        </p:nvSpPr>
        <p:spPr>
          <a:xfrm>
            <a:off x="411162" y="6310800"/>
            <a:ext cx="648000" cy="54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1200" lIns="0" spcFirstLastPara="1" rIns="0" wrap="square" tIns="0">
            <a:noAutofit/>
          </a:bodyPr>
          <a:lstStyle>
            <a:lvl1pPr indent="0" lvl="0" marL="0" algn="l">
              <a:lnSpc>
                <a:spcPct val="100000"/>
              </a:lnSpc>
              <a:spcBef>
                <a:spcPts val="0"/>
              </a:spcBef>
              <a:buNone/>
              <a:defRPr/>
            </a:lvl1pPr>
            <a:lvl2pPr indent="0" lvl="1" marL="0" algn="l">
              <a:lnSpc>
                <a:spcPct val="100000"/>
              </a:lnSpc>
              <a:spcBef>
                <a:spcPts val="0"/>
              </a:spcBef>
              <a:buNone/>
              <a:defRPr/>
            </a:lvl2pPr>
            <a:lvl3pPr indent="0" lvl="2" marL="0" algn="l">
              <a:lnSpc>
                <a:spcPct val="100000"/>
              </a:lnSpc>
              <a:spcBef>
                <a:spcPts val="0"/>
              </a:spcBef>
              <a:buNone/>
              <a:defRPr/>
            </a:lvl3pPr>
            <a:lvl4pPr indent="0" lvl="3" marL="0" algn="l">
              <a:lnSpc>
                <a:spcPct val="100000"/>
              </a:lnSpc>
              <a:spcBef>
                <a:spcPts val="0"/>
              </a:spcBef>
              <a:buNone/>
              <a:defRPr/>
            </a:lvl4pPr>
            <a:lvl5pPr indent="0" lvl="4" marL="0" algn="l">
              <a:lnSpc>
                <a:spcPct val="100000"/>
              </a:lnSpc>
              <a:spcBef>
                <a:spcPts val="0"/>
              </a:spcBef>
              <a:buNone/>
              <a:defRPr/>
            </a:lvl5pPr>
            <a:lvl6pPr indent="0" lvl="5" marL="0" algn="l">
              <a:lnSpc>
                <a:spcPct val="100000"/>
              </a:lnSpc>
              <a:spcBef>
                <a:spcPts val="0"/>
              </a:spcBef>
              <a:buNone/>
              <a:defRPr/>
            </a:lvl6pPr>
            <a:lvl7pPr indent="0" lvl="6" marL="0" algn="l">
              <a:lnSpc>
                <a:spcPct val="100000"/>
              </a:lnSpc>
              <a:spcBef>
                <a:spcPts val="0"/>
              </a:spcBef>
              <a:buNone/>
              <a:defRPr/>
            </a:lvl7pPr>
            <a:lvl8pPr indent="0" lvl="7" marL="0" algn="l">
              <a:lnSpc>
                <a:spcPct val="100000"/>
              </a:lnSpc>
              <a:spcBef>
                <a:spcPts val="0"/>
              </a:spcBef>
              <a:buNone/>
              <a:defRPr/>
            </a:lvl8pPr>
            <a:lvl9pPr indent="0" lvl="8" marL="0" algn="l">
              <a:lnSpc>
                <a:spcPct val="100000"/>
              </a:lnSpc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-DE"/>
              <a:t>Page </a:t>
            </a:r>
            <a:fld id="{00000000-1234-1234-1234-123412341234}" type="slidenum">
              <a:rPr lang="de-DE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pos="259">
          <p15:clr>
            <a:srgbClr val="65CEFF"/>
          </p15:clr>
        </p15:guide>
        <p15:guide id="2" pos="2526">
          <p15:clr>
            <a:srgbClr val="65CEFF"/>
          </p15:clr>
        </p15:guide>
        <p15:guide id="3" pos="2708">
          <p15:clr>
            <a:srgbClr val="65CEFF"/>
          </p15:clr>
        </p15:guide>
        <p15:guide id="4" pos="4975">
          <p15:clr>
            <a:srgbClr val="65CEFF"/>
          </p15:clr>
        </p15:guide>
        <p15:guide id="5" pos="5157">
          <p15:clr>
            <a:srgbClr val="65CEFF"/>
          </p15:clr>
        </p15:guide>
        <p15:guide id="6" pos="6472">
          <p15:clr>
            <a:srgbClr val="65CEFF"/>
          </p15:clr>
        </p15:guide>
        <p15:guide id="7" pos="7425">
          <p15:clr>
            <a:srgbClr val="65CEFF"/>
          </p15:clr>
        </p15:guide>
        <p15:guide id="8" orient="horz" pos="302">
          <p15:clr>
            <a:srgbClr val="65CEFF"/>
          </p15:clr>
        </p15:guide>
        <p15:guide id="9" orient="horz" pos="664">
          <p15:clr>
            <a:srgbClr val="65CEFF"/>
          </p15:clr>
        </p15:guide>
        <p15:guide id="10" orient="horz" pos="891">
          <p15:clr>
            <a:srgbClr val="65CEFF"/>
          </p15:clr>
        </p15:guide>
        <p15:guide id="11" orient="horz" pos="3658">
          <p15:clr>
            <a:srgbClr val="65CEFF"/>
          </p15:clr>
        </p15:guide>
        <p15:guide id="12" orient="horz" pos="3885">
          <p15:clr>
            <a:srgbClr val="65CEFF"/>
          </p15:clr>
        </p15:guide>
        <p15:guide id="13" orient="horz" pos="4157">
          <p15:clr>
            <a:srgbClr val="65CEFF"/>
          </p15:clr>
        </p15:guide>
      </p15:sldGuideLst>
    </p:ext>
  </p:extLst>
</p:sldLayout>
</file>

<file path=ppt/slideLayouts/slideLayout7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objects">
  <p:cSld name="Four objects">
    <p:spTree>
      <p:nvGrpSpPr>
        <p:cNvPr id="433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Slide headline" id="434" name="Google Shape;434;p79"/>
          <p:cNvSpPr txBox="1"/>
          <p:nvPr>
            <p:ph type="title"/>
          </p:nvPr>
        </p:nvSpPr>
        <p:spPr>
          <a:xfrm>
            <a:off x="410400" y="478800"/>
            <a:ext cx="9863997" cy="576000"/>
          </a:xfrm>
          <a:prstGeom prst="rect">
            <a:avLst/>
          </a:prstGeom>
          <a:noFill/>
          <a:ln>
            <a:noFill/>
          </a:ln>
        </p:spPr>
        <p:txBody>
          <a:bodyPr anchorCtr="0" anchor="t" bIns="14400" lIns="0" spcFirstLastPara="1" rIns="32400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descr="Content text frame" id="435" name="Google Shape;435;p79"/>
          <p:cNvSpPr txBox="1"/>
          <p:nvPr>
            <p:ph idx="1" type="body"/>
          </p:nvPr>
        </p:nvSpPr>
        <p:spPr>
          <a:xfrm>
            <a:off x="411162" y="1414800"/>
            <a:ext cx="5470526" cy="208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330200" lvl="1" marL="914400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600"/>
              <a:buChar char="•"/>
              <a:defRPr sz="1600"/>
            </a:lvl2pPr>
            <a:lvl3pPr indent="-330200" lvl="2" marL="1371600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600"/>
              <a:buChar char="•"/>
              <a:defRPr sz="1600"/>
            </a:lvl3pPr>
            <a:lvl4pPr indent="-330200" lvl="3" marL="1828800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600"/>
              <a:buChar char="•"/>
              <a:defRPr sz="1600"/>
            </a:lvl4pPr>
            <a:lvl5pPr indent="-330200" lvl="4" marL="2286000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600"/>
              <a:buChar char="•"/>
              <a:defRPr sz="1600"/>
            </a:lvl5pPr>
            <a:lvl6pPr indent="-330200" lvl="5" marL="2743200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600"/>
              <a:buChar char="•"/>
              <a:defRPr sz="1600"/>
            </a:lvl6pPr>
            <a:lvl7pPr indent="-330200" lvl="6" marL="3200400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600"/>
              <a:buChar char="•"/>
              <a:defRPr sz="1600"/>
            </a:lvl7pPr>
            <a:lvl8pPr indent="-330200" lvl="7" marL="3657600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600"/>
              <a:buChar char="•"/>
              <a:defRPr sz="1600"/>
            </a:lvl8pPr>
            <a:lvl9pPr indent="-330200" lvl="8" marL="4114800" algn="l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SzPts val="1600"/>
              <a:buChar char="•"/>
              <a:defRPr sz="1600"/>
            </a:lvl9pPr>
          </a:lstStyle>
          <a:p/>
        </p:txBody>
      </p:sp>
      <p:sp>
        <p:nvSpPr>
          <p:cNvPr descr="Content text frame" id="436" name="Google Shape;436;p79"/>
          <p:cNvSpPr txBox="1"/>
          <p:nvPr>
            <p:ph idx="2" type="body"/>
          </p:nvPr>
        </p:nvSpPr>
        <p:spPr>
          <a:xfrm>
            <a:off x="411162" y="3718800"/>
            <a:ext cx="5470526" cy="208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330200" lvl="1" marL="914400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600"/>
              <a:buChar char="•"/>
              <a:defRPr sz="1600"/>
            </a:lvl2pPr>
            <a:lvl3pPr indent="-330200" lvl="2" marL="1371600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600"/>
              <a:buChar char="•"/>
              <a:defRPr sz="1600"/>
            </a:lvl3pPr>
            <a:lvl4pPr indent="-330200" lvl="3" marL="1828800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600"/>
              <a:buChar char="•"/>
              <a:defRPr sz="1600"/>
            </a:lvl4pPr>
            <a:lvl5pPr indent="-330200" lvl="4" marL="2286000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600"/>
              <a:buChar char="•"/>
              <a:defRPr sz="1600"/>
            </a:lvl5pPr>
            <a:lvl6pPr indent="-330200" lvl="5" marL="2743200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600"/>
              <a:buChar char="•"/>
              <a:defRPr sz="1600"/>
            </a:lvl6pPr>
            <a:lvl7pPr indent="-330200" lvl="6" marL="3200400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600"/>
              <a:buChar char="•"/>
              <a:defRPr sz="1600"/>
            </a:lvl7pPr>
            <a:lvl8pPr indent="-330200" lvl="7" marL="3657600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600"/>
              <a:buChar char="•"/>
              <a:defRPr sz="1600"/>
            </a:lvl8pPr>
            <a:lvl9pPr indent="-330200" lvl="8" marL="4114800" algn="l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SzPts val="1600"/>
              <a:buChar char="•"/>
              <a:defRPr sz="1600"/>
            </a:lvl9pPr>
          </a:lstStyle>
          <a:p/>
        </p:txBody>
      </p:sp>
      <p:sp>
        <p:nvSpPr>
          <p:cNvPr descr="Content text frame" id="437" name="Google Shape;437;p79"/>
          <p:cNvSpPr txBox="1"/>
          <p:nvPr>
            <p:ph idx="3" type="body"/>
          </p:nvPr>
        </p:nvSpPr>
        <p:spPr>
          <a:xfrm>
            <a:off x="6315075" y="1414800"/>
            <a:ext cx="5465763" cy="208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330200" lvl="1" marL="914400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600"/>
              <a:buChar char="•"/>
              <a:defRPr sz="1600"/>
            </a:lvl2pPr>
            <a:lvl3pPr indent="-330200" lvl="2" marL="1371600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600"/>
              <a:buChar char="•"/>
              <a:defRPr sz="1600"/>
            </a:lvl3pPr>
            <a:lvl4pPr indent="-330200" lvl="3" marL="1828800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600"/>
              <a:buChar char="•"/>
              <a:defRPr sz="1600"/>
            </a:lvl4pPr>
            <a:lvl5pPr indent="-330200" lvl="4" marL="2286000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600"/>
              <a:buChar char="•"/>
              <a:defRPr sz="1600"/>
            </a:lvl5pPr>
            <a:lvl6pPr indent="-330200" lvl="5" marL="2743200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600"/>
              <a:buChar char="•"/>
              <a:defRPr sz="1600"/>
            </a:lvl6pPr>
            <a:lvl7pPr indent="-330200" lvl="6" marL="3200400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600"/>
              <a:buChar char="•"/>
              <a:defRPr sz="1600"/>
            </a:lvl7pPr>
            <a:lvl8pPr indent="-330200" lvl="7" marL="3657600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600"/>
              <a:buChar char="•"/>
              <a:defRPr sz="1600"/>
            </a:lvl8pPr>
            <a:lvl9pPr indent="-330200" lvl="8" marL="4114800" algn="l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SzPts val="1600"/>
              <a:buChar char="•"/>
              <a:defRPr sz="1600"/>
            </a:lvl9pPr>
          </a:lstStyle>
          <a:p/>
        </p:txBody>
      </p:sp>
      <p:sp>
        <p:nvSpPr>
          <p:cNvPr descr="Content text frame" id="438" name="Google Shape;438;p79"/>
          <p:cNvSpPr txBox="1"/>
          <p:nvPr>
            <p:ph idx="4" type="body"/>
          </p:nvPr>
        </p:nvSpPr>
        <p:spPr>
          <a:xfrm>
            <a:off x="6315075" y="3718800"/>
            <a:ext cx="5465763" cy="208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330200" lvl="1" marL="914400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600"/>
              <a:buChar char="•"/>
              <a:defRPr sz="1600"/>
            </a:lvl2pPr>
            <a:lvl3pPr indent="-330200" lvl="2" marL="1371600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600"/>
              <a:buChar char="•"/>
              <a:defRPr sz="1600"/>
            </a:lvl3pPr>
            <a:lvl4pPr indent="-330200" lvl="3" marL="1828800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600"/>
              <a:buChar char="•"/>
              <a:defRPr sz="1600"/>
            </a:lvl4pPr>
            <a:lvl5pPr indent="-330200" lvl="4" marL="2286000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600"/>
              <a:buChar char="•"/>
              <a:defRPr sz="1600"/>
            </a:lvl5pPr>
            <a:lvl6pPr indent="-330200" lvl="5" marL="2743200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600"/>
              <a:buChar char="•"/>
              <a:defRPr sz="1600"/>
            </a:lvl6pPr>
            <a:lvl7pPr indent="-330200" lvl="6" marL="3200400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600"/>
              <a:buChar char="•"/>
              <a:defRPr sz="1600"/>
            </a:lvl7pPr>
            <a:lvl8pPr indent="-330200" lvl="7" marL="3657600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600"/>
              <a:buChar char="•"/>
              <a:defRPr sz="1600"/>
            </a:lvl8pPr>
            <a:lvl9pPr indent="-330200" lvl="8" marL="4114800" algn="l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SzPts val="1600"/>
              <a:buChar char="•"/>
              <a:defRPr sz="1600"/>
            </a:lvl9pPr>
          </a:lstStyle>
          <a:p/>
        </p:txBody>
      </p:sp>
      <p:pic>
        <p:nvPicPr>
          <p:cNvPr descr="Siemens logo" id="439" name="Google Shape;439;p7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635188" y="6418800"/>
            <a:ext cx="1152000" cy="183168"/>
          </a:xfrm>
          <a:prstGeom prst="rect">
            <a:avLst/>
          </a:prstGeom>
          <a:noFill/>
          <a:ln>
            <a:noFill/>
          </a:ln>
        </p:spPr>
      </p:pic>
      <p:sp>
        <p:nvSpPr>
          <p:cNvPr descr="Footer with copyright, author and department information, and date" id="440" name="Google Shape;440;p79"/>
          <p:cNvSpPr txBox="1"/>
          <p:nvPr>
            <p:ph idx="11" type="ftr"/>
          </p:nvPr>
        </p:nvSpPr>
        <p:spPr>
          <a:xfrm>
            <a:off x="1059160" y="6310800"/>
            <a:ext cx="9216000" cy="54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120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1" name="Google Shape;441;p79"/>
          <p:cNvSpPr txBox="1"/>
          <p:nvPr>
            <p:ph idx="12" type="sldNum"/>
          </p:nvPr>
        </p:nvSpPr>
        <p:spPr>
          <a:xfrm>
            <a:off x="411162" y="6310800"/>
            <a:ext cx="648000" cy="54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1200" lIns="0" spcFirstLastPara="1" rIns="0" wrap="square" tIns="0">
            <a:noAutofit/>
          </a:bodyPr>
          <a:lstStyle>
            <a:lvl1pPr indent="0" lvl="0" marL="0" algn="l">
              <a:lnSpc>
                <a:spcPct val="100000"/>
              </a:lnSpc>
              <a:spcBef>
                <a:spcPts val="0"/>
              </a:spcBef>
              <a:buNone/>
              <a:defRPr/>
            </a:lvl1pPr>
            <a:lvl2pPr indent="0" lvl="1" marL="0" algn="l">
              <a:lnSpc>
                <a:spcPct val="100000"/>
              </a:lnSpc>
              <a:spcBef>
                <a:spcPts val="0"/>
              </a:spcBef>
              <a:buNone/>
              <a:defRPr/>
            </a:lvl2pPr>
            <a:lvl3pPr indent="0" lvl="2" marL="0" algn="l">
              <a:lnSpc>
                <a:spcPct val="100000"/>
              </a:lnSpc>
              <a:spcBef>
                <a:spcPts val="0"/>
              </a:spcBef>
              <a:buNone/>
              <a:defRPr/>
            </a:lvl3pPr>
            <a:lvl4pPr indent="0" lvl="3" marL="0" algn="l">
              <a:lnSpc>
                <a:spcPct val="100000"/>
              </a:lnSpc>
              <a:spcBef>
                <a:spcPts val="0"/>
              </a:spcBef>
              <a:buNone/>
              <a:defRPr/>
            </a:lvl4pPr>
            <a:lvl5pPr indent="0" lvl="4" marL="0" algn="l">
              <a:lnSpc>
                <a:spcPct val="100000"/>
              </a:lnSpc>
              <a:spcBef>
                <a:spcPts val="0"/>
              </a:spcBef>
              <a:buNone/>
              <a:defRPr/>
            </a:lvl5pPr>
            <a:lvl6pPr indent="0" lvl="5" marL="0" algn="l">
              <a:lnSpc>
                <a:spcPct val="100000"/>
              </a:lnSpc>
              <a:spcBef>
                <a:spcPts val="0"/>
              </a:spcBef>
              <a:buNone/>
              <a:defRPr/>
            </a:lvl6pPr>
            <a:lvl7pPr indent="0" lvl="6" marL="0" algn="l">
              <a:lnSpc>
                <a:spcPct val="100000"/>
              </a:lnSpc>
              <a:spcBef>
                <a:spcPts val="0"/>
              </a:spcBef>
              <a:buNone/>
              <a:defRPr/>
            </a:lvl7pPr>
            <a:lvl8pPr indent="0" lvl="7" marL="0" algn="l">
              <a:lnSpc>
                <a:spcPct val="100000"/>
              </a:lnSpc>
              <a:spcBef>
                <a:spcPts val="0"/>
              </a:spcBef>
              <a:buNone/>
              <a:defRPr/>
            </a:lvl8pPr>
            <a:lvl9pPr indent="0" lvl="8" marL="0" algn="l">
              <a:lnSpc>
                <a:spcPct val="100000"/>
              </a:lnSpc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-DE"/>
              <a:t>Page </a:t>
            </a:r>
            <a:fld id="{00000000-1234-1234-1234-123412341234}" type="slidenum">
              <a:rPr lang="de-DE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pos="259">
          <p15:clr>
            <a:srgbClr val="65CEFF"/>
          </p15:clr>
        </p15:guide>
        <p15:guide id="2" pos="3705">
          <p15:clr>
            <a:srgbClr val="65CEFF"/>
          </p15:clr>
        </p15:guide>
        <p15:guide id="3" pos="3978">
          <p15:clr>
            <a:srgbClr val="65CEFF"/>
          </p15:clr>
        </p15:guide>
        <p15:guide id="4" pos="6472">
          <p15:clr>
            <a:srgbClr val="65CEFF"/>
          </p15:clr>
        </p15:guide>
        <p15:guide id="5" pos="7425">
          <p15:clr>
            <a:srgbClr val="65CEFF"/>
          </p15:clr>
        </p15:guide>
        <p15:guide id="6" orient="horz" pos="302">
          <p15:clr>
            <a:srgbClr val="65CEFF"/>
          </p15:clr>
        </p15:guide>
        <p15:guide id="7" orient="horz" pos="664">
          <p15:clr>
            <a:srgbClr val="65CEFF"/>
          </p15:clr>
        </p15:guide>
        <p15:guide id="8" orient="horz" pos="891">
          <p15:clr>
            <a:srgbClr val="65CEFF"/>
          </p15:clr>
        </p15:guide>
        <p15:guide id="9" orient="horz" pos="2206">
          <p15:clr>
            <a:srgbClr val="65CEFF"/>
          </p15:clr>
        </p15:guide>
        <p15:guide id="10" orient="horz" pos="2343">
          <p15:clr>
            <a:srgbClr val="65CEFF"/>
          </p15:clr>
        </p15:guide>
        <p15:guide id="11" orient="horz" pos="3658">
          <p15:clr>
            <a:srgbClr val="65CEFF"/>
          </p15:clr>
        </p15:guide>
        <p15:guide id="12" orient="horz" pos="3885">
          <p15:clr>
            <a:srgbClr val="65CEFF"/>
          </p15:clr>
        </p15:guide>
        <p15:guide id="13" orient="horz" pos="4157">
          <p15:clr>
            <a:srgbClr val="65CEFF"/>
          </p15:clr>
        </p15:guide>
      </p15:sldGuideLst>
    </p:ext>
  </p:extLst>
</p:sldLayout>
</file>

<file path=ppt/slideLayouts/slideLayout7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lumns (Spotlight)">
  <p:cSld name="Two columns (Spotlight)">
    <p:spTree>
      <p:nvGrpSpPr>
        <p:cNvPr id="442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Slide headline" id="443" name="Google Shape;443;p80"/>
          <p:cNvSpPr txBox="1"/>
          <p:nvPr>
            <p:ph type="title"/>
          </p:nvPr>
        </p:nvSpPr>
        <p:spPr>
          <a:xfrm>
            <a:off x="410400" y="478800"/>
            <a:ext cx="9863997" cy="576000"/>
          </a:xfrm>
          <a:prstGeom prst="rect">
            <a:avLst/>
          </a:prstGeom>
          <a:noFill/>
          <a:ln>
            <a:noFill/>
          </a:ln>
        </p:spPr>
        <p:txBody>
          <a:bodyPr anchorCtr="0" anchor="t" bIns="14400" lIns="0" spcFirstLastPara="1" rIns="32400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descr="Thematic picture – please describe further" id="444" name="Google Shape;444;p80"/>
          <p:cNvSpPr/>
          <p:nvPr>
            <p:ph idx="2" type="pic"/>
          </p:nvPr>
        </p:nvSpPr>
        <p:spPr>
          <a:xfrm>
            <a:off x="411161" y="1414800"/>
            <a:ext cx="7199313" cy="4752000"/>
          </a:xfrm>
          <a:prstGeom prst="rect">
            <a:avLst/>
          </a:prstGeom>
          <a:solidFill>
            <a:srgbClr val="9999A9"/>
          </a:solidFill>
          <a:ln>
            <a:noFill/>
          </a:ln>
        </p:spPr>
      </p:sp>
      <p:sp>
        <p:nvSpPr>
          <p:cNvPr descr="Content text frame" id="445" name="Google Shape;445;p80"/>
          <p:cNvSpPr txBox="1"/>
          <p:nvPr>
            <p:ph idx="1" type="body"/>
          </p:nvPr>
        </p:nvSpPr>
        <p:spPr>
          <a:xfrm>
            <a:off x="8043189" y="1414800"/>
            <a:ext cx="3744000" cy="475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indent="-342900" lvl="1" marL="914400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SzPts val="1800"/>
              <a:buChar char="•"/>
              <a:defRPr/>
            </a:lvl9pPr>
          </a:lstStyle>
          <a:p/>
        </p:txBody>
      </p:sp>
      <p:pic>
        <p:nvPicPr>
          <p:cNvPr descr="Siemens logo" id="446" name="Google Shape;446;p8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635188" y="6418800"/>
            <a:ext cx="1152000" cy="183168"/>
          </a:xfrm>
          <a:prstGeom prst="rect">
            <a:avLst/>
          </a:prstGeom>
          <a:noFill/>
          <a:ln>
            <a:noFill/>
          </a:ln>
        </p:spPr>
      </p:pic>
      <p:sp>
        <p:nvSpPr>
          <p:cNvPr descr="Footer with copyright, author and department information, and date" id="447" name="Google Shape;447;p80"/>
          <p:cNvSpPr txBox="1"/>
          <p:nvPr>
            <p:ph idx="11" type="ftr"/>
          </p:nvPr>
        </p:nvSpPr>
        <p:spPr>
          <a:xfrm>
            <a:off x="1059160" y="6310800"/>
            <a:ext cx="9216000" cy="54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120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8" name="Google Shape;448;p80"/>
          <p:cNvSpPr txBox="1"/>
          <p:nvPr>
            <p:ph idx="12" type="sldNum"/>
          </p:nvPr>
        </p:nvSpPr>
        <p:spPr>
          <a:xfrm>
            <a:off x="411162" y="6310800"/>
            <a:ext cx="648000" cy="54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1200" lIns="0" spcFirstLastPara="1" rIns="0" wrap="square" tIns="0">
            <a:noAutofit/>
          </a:bodyPr>
          <a:lstStyle>
            <a:lvl1pPr indent="0" lvl="0" marL="0" algn="l">
              <a:lnSpc>
                <a:spcPct val="100000"/>
              </a:lnSpc>
              <a:spcBef>
                <a:spcPts val="0"/>
              </a:spcBef>
              <a:buNone/>
              <a:defRPr/>
            </a:lvl1pPr>
            <a:lvl2pPr indent="0" lvl="1" marL="0" algn="l">
              <a:lnSpc>
                <a:spcPct val="100000"/>
              </a:lnSpc>
              <a:spcBef>
                <a:spcPts val="0"/>
              </a:spcBef>
              <a:buNone/>
              <a:defRPr/>
            </a:lvl2pPr>
            <a:lvl3pPr indent="0" lvl="2" marL="0" algn="l">
              <a:lnSpc>
                <a:spcPct val="100000"/>
              </a:lnSpc>
              <a:spcBef>
                <a:spcPts val="0"/>
              </a:spcBef>
              <a:buNone/>
              <a:defRPr/>
            </a:lvl3pPr>
            <a:lvl4pPr indent="0" lvl="3" marL="0" algn="l">
              <a:lnSpc>
                <a:spcPct val="100000"/>
              </a:lnSpc>
              <a:spcBef>
                <a:spcPts val="0"/>
              </a:spcBef>
              <a:buNone/>
              <a:defRPr/>
            </a:lvl4pPr>
            <a:lvl5pPr indent="0" lvl="4" marL="0" algn="l">
              <a:lnSpc>
                <a:spcPct val="100000"/>
              </a:lnSpc>
              <a:spcBef>
                <a:spcPts val="0"/>
              </a:spcBef>
              <a:buNone/>
              <a:defRPr/>
            </a:lvl5pPr>
            <a:lvl6pPr indent="0" lvl="5" marL="0" algn="l">
              <a:lnSpc>
                <a:spcPct val="100000"/>
              </a:lnSpc>
              <a:spcBef>
                <a:spcPts val="0"/>
              </a:spcBef>
              <a:buNone/>
              <a:defRPr/>
            </a:lvl6pPr>
            <a:lvl7pPr indent="0" lvl="6" marL="0" algn="l">
              <a:lnSpc>
                <a:spcPct val="100000"/>
              </a:lnSpc>
              <a:spcBef>
                <a:spcPts val="0"/>
              </a:spcBef>
              <a:buNone/>
              <a:defRPr/>
            </a:lvl7pPr>
            <a:lvl8pPr indent="0" lvl="7" marL="0" algn="l">
              <a:lnSpc>
                <a:spcPct val="100000"/>
              </a:lnSpc>
              <a:spcBef>
                <a:spcPts val="0"/>
              </a:spcBef>
              <a:buNone/>
              <a:defRPr/>
            </a:lvl8pPr>
            <a:lvl9pPr indent="0" lvl="8" marL="0" algn="l">
              <a:lnSpc>
                <a:spcPct val="100000"/>
              </a:lnSpc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-DE"/>
              <a:t>Page </a:t>
            </a:r>
            <a:fld id="{00000000-1234-1234-1234-123412341234}" type="slidenum">
              <a:rPr lang="de-DE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pos="259">
          <p15:clr>
            <a:srgbClr val="65CEFF"/>
          </p15:clr>
        </p15:guide>
        <p15:guide id="2" pos="4794">
          <p15:clr>
            <a:srgbClr val="65CEFF"/>
          </p15:clr>
        </p15:guide>
        <p15:guide id="3" pos="5066">
          <p15:clr>
            <a:srgbClr val="65CEFF"/>
          </p15:clr>
        </p15:guide>
        <p15:guide id="4" pos="6472">
          <p15:clr>
            <a:srgbClr val="65CEFF"/>
          </p15:clr>
        </p15:guide>
        <p15:guide id="5" pos="7425">
          <p15:clr>
            <a:srgbClr val="65CEFF"/>
          </p15:clr>
        </p15:guide>
        <p15:guide id="6" orient="horz" pos="302">
          <p15:clr>
            <a:srgbClr val="65CEFF"/>
          </p15:clr>
        </p15:guide>
        <p15:guide id="7" orient="horz" pos="664">
          <p15:clr>
            <a:srgbClr val="65CEFF"/>
          </p15:clr>
        </p15:guide>
        <p15:guide id="8" orient="horz" pos="891">
          <p15:clr>
            <a:srgbClr val="65CEFF"/>
          </p15:clr>
        </p15:guide>
        <p15:guide id="9" orient="horz" pos="3658">
          <p15:clr>
            <a:srgbClr val="65CEFF"/>
          </p15:clr>
        </p15:guide>
        <p15:guide id="10" orient="horz" pos="3885">
          <p15:clr>
            <a:srgbClr val="65CEFF"/>
          </p15:clr>
        </p15:guide>
        <p15:guide id="11" orient="horz" pos="4157">
          <p15:clr>
            <a:srgbClr val="65CEFF"/>
          </p15:clr>
        </p15:guide>
      </p15:sldGuideLst>
    </p:ext>
  </p:extLst>
</p:sldLayout>
</file>

<file path=ppt/slideLayouts/slideLayout7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table (large)">
  <p:cSld name="One table (large)">
    <p:spTree>
      <p:nvGrpSpPr>
        <p:cNvPr id="449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Slide headline" id="450" name="Google Shape;450;p81"/>
          <p:cNvSpPr txBox="1"/>
          <p:nvPr>
            <p:ph type="title"/>
          </p:nvPr>
        </p:nvSpPr>
        <p:spPr>
          <a:xfrm>
            <a:off x="410400" y="478800"/>
            <a:ext cx="9863997" cy="576000"/>
          </a:xfrm>
          <a:prstGeom prst="rect">
            <a:avLst/>
          </a:prstGeom>
          <a:noFill/>
          <a:ln>
            <a:noFill/>
          </a:ln>
        </p:spPr>
        <p:txBody>
          <a:bodyPr anchorCtr="0" anchor="t" bIns="14400" lIns="0" spcFirstLastPara="1" rIns="32400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Arial"/>
              <a:buNone/>
              <a:defRPr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descr="Siemens logo" id="451" name="Google Shape;451;p8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635188" y="6418800"/>
            <a:ext cx="1152000" cy="183168"/>
          </a:xfrm>
          <a:prstGeom prst="rect">
            <a:avLst/>
          </a:prstGeom>
          <a:noFill/>
          <a:ln>
            <a:noFill/>
          </a:ln>
        </p:spPr>
      </p:pic>
      <p:sp>
        <p:nvSpPr>
          <p:cNvPr descr="Footer with copyright, author and department information, and date" id="452" name="Google Shape;452;p81"/>
          <p:cNvSpPr txBox="1"/>
          <p:nvPr>
            <p:ph idx="11" type="ftr"/>
          </p:nvPr>
        </p:nvSpPr>
        <p:spPr>
          <a:xfrm>
            <a:off x="1059160" y="6310800"/>
            <a:ext cx="9216000" cy="54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120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3" name="Google Shape;453;p81"/>
          <p:cNvSpPr txBox="1"/>
          <p:nvPr>
            <p:ph idx="12" type="sldNum"/>
          </p:nvPr>
        </p:nvSpPr>
        <p:spPr>
          <a:xfrm>
            <a:off x="411162" y="6310800"/>
            <a:ext cx="648000" cy="54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1200" lIns="0" spcFirstLastPara="1" rIns="0" wrap="square" tIns="0">
            <a:noAutofit/>
          </a:bodyPr>
          <a:lstStyle>
            <a:lvl1pPr indent="0" lvl="0" marL="0" algn="l">
              <a:lnSpc>
                <a:spcPct val="100000"/>
              </a:lnSpc>
              <a:spcBef>
                <a:spcPts val="0"/>
              </a:spcBef>
              <a:buNone/>
              <a:defRPr/>
            </a:lvl1pPr>
            <a:lvl2pPr indent="0" lvl="1" marL="0" algn="l">
              <a:lnSpc>
                <a:spcPct val="100000"/>
              </a:lnSpc>
              <a:spcBef>
                <a:spcPts val="0"/>
              </a:spcBef>
              <a:buNone/>
              <a:defRPr/>
            </a:lvl2pPr>
            <a:lvl3pPr indent="0" lvl="2" marL="0" algn="l">
              <a:lnSpc>
                <a:spcPct val="100000"/>
              </a:lnSpc>
              <a:spcBef>
                <a:spcPts val="0"/>
              </a:spcBef>
              <a:buNone/>
              <a:defRPr/>
            </a:lvl3pPr>
            <a:lvl4pPr indent="0" lvl="3" marL="0" algn="l">
              <a:lnSpc>
                <a:spcPct val="100000"/>
              </a:lnSpc>
              <a:spcBef>
                <a:spcPts val="0"/>
              </a:spcBef>
              <a:buNone/>
              <a:defRPr/>
            </a:lvl4pPr>
            <a:lvl5pPr indent="0" lvl="4" marL="0" algn="l">
              <a:lnSpc>
                <a:spcPct val="100000"/>
              </a:lnSpc>
              <a:spcBef>
                <a:spcPts val="0"/>
              </a:spcBef>
              <a:buNone/>
              <a:defRPr/>
            </a:lvl5pPr>
            <a:lvl6pPr indent="0" lvl="5" marL="0" algn="l">
              <a:lnSpc>
                <a:spcPct val="100000"/>
              </a:lnSpc>
              <a:spcBef>
                <a:spcPts val="0"/>
              </a:spcBef>
              <a:buNone/>
              <a:defRPr/>
            </a:lvl6pPr>
            <a:lvl7pPr indent="0" lvl="6" marL="0" algn="l">
              <a:lnSpc>
                <a:spcPct val="100000"/>
              </a:lnSpc>
              <a:spcBef>
                <a:spcPts val="0"/>
              </a:spcBef>
              <a:buNone/>
              <a:defRPr/>
            </a:lvl7pPr>
            <a:lvl8pPr indent="0" lvl="7" marL="0" algn="l">
              <a:lnSpc>
                <a:spcPct val="100000"/>
              </a:lnSpc>
              <a:spcBef>
                <a:spcPts val="0"/>
              </a:spcBef>
              <a:buNone/>
              <a:defRPr/>
            </a:lvl8pPr>
            <a:lvl9pPr indent="0" lvl="8" marL="0" algn="l">
              <a:lnSpc>
                <a:spcPct val="100000"/>
              </a:lnSpc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-DE"/>
              <a:t>Page </a:t>
            </a:r>
            <a:fld id="{00000000-1234-1234-1234-123412341234}" type="slidenum">
              <a:rPr lang="de-DE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pos="259">
          <p15:clr>
            <a:srgbClr val="65CEFF"/>
          </p15:clr>
        </p15:guide>
        <p15:guide id="2" pos="6472">
          <p15:clr>
            <a:srgbClr val="65CEFF"/>
          </p15:clr>
        </p15:guide>
        <p15:guide id="3" pos="7425">
          <p15:clr>
            <a:srgbClr val="65CEFF"/>
          </p15:clr>
        </p15:guide>
        <p15:guide id="4" orient="horz" pos="302">
          <p15:clr>
            <a:srgbClr val="65CEFF"/>
          </p15:clr>
        </p15:guide>
        <p15:guide id="5" orient="horz" pos="664">
          <p15:clr>
            <a:srgbClr val="65CEFF"/>
          </p15:clr>
        </p15:guide>
        <p15:guide id="6" orient="horz" pos="891">
          <p15:clr>
            <a:srgbClr val="65CEFF"/>
          </p15:clr>
        </p15:guide>
        <p15:guide id="7" orient="horz" pos="3658">
          <p15:clr>
            <a:srgbClr val="65CEFF"/>
          </p15:clr>
        </p15:guide>
        <p15:guide id="8" orient="horz" pos="3885">
          <p15:clr>
            <a:srgbClr val="65CEFF"/>
          </p15:clr>
        </p15:guide>
        <p15:guide id="9" orient="horz" pos="4157">
          <p15:clr>
            <a:srgbClr val="65CEFF"/>
          </p15:clr>
        </p15:guide>
      </p15:sldGuideLst>
    </p:ext>
  </p:extLst>
</p:sldLayout>
</file>

<file path=ppt/slideLayouts/slideLayout7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rocess flow">
  <p:cSld name="Process flow">
    <p:bg>
      <p:bgPr>
        <a:solidFill>
          <a:schemeClr val="dk2"/>
        </a:solidFill>
      </p:bgPr>
    </p:bg>
    <p:spTree>
      <p:nvGrpSpPr>
        <p:cNvPr id="454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Slide headline" id="455" name="Google Shape;455;p82"/>
          <p:cNvSpPr txBox="1"/>
          <p:nvPr>
            <p:ph type="title"/>
          </p:nvPr>
        </p:nvSpPr>
        <p:spPr>
          <a:xfrm>
            <a:off x="410400" y="478800"/>
            <a:ext cx="9863997" cy="576000"/>
          </a:xfrm>
          <a:prstGeom prst="rect">
            <a:avLst/>
          </a:prstGeom>
          <a:noFill/>
          <a:ln>
            <a:noFill/>
          </a:ln>
        </p:spPr>
        <p:txBody>
          <a:bodyPr anchorCtr="0" anchor="t" bIns="14400" lIns="0" spcFirstLastPara="1" rIns="32400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descr="Content text frame" id="456" name="Google Shape;456;p82"/>
          <p:cNvSpPr txBox="1"/>
          <p:nvPr>
            <p:ph idx="1" type="body"/>
          </p:nvPr>
        </p:nvSpPr>
        <p:spPr>
          <a:xfrm>
            <a:off x="411162" y="1414462"/>
            <a:ext cx="3600000" cy="4392000"/>
          </a:xfrm>
          <a:prstGeom prst="rect">
            <a:avLst/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44000" lIns="216000" spcFirstLastPara="1" rIns="216000" wrap="square" tIns="144000">
            <a:noAutofit/>
          </a:bodyPr>
          <a:lstStyle>
            <a:lvl1pPr indent="-228600" lvl="0" marL="4572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indent="-342900" lvl="1" marL="914400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descr="Content text frame" id="457" name="Google Shape;457;p82"/>
          <p:cNvSpPr txBox="1"/>
          <p:nvPr>
            <p:ph idx="2" type="body"/>
          </p:nvPr>
        </p:nvSpPr>
        <p:spPr>
          <a:xfrm>
            <a:off x="4299176" y="1414462"/>
            <a:ext cx="3600000" cy="4392000"/>
          </a:xfrm>
          <a:prstGeom prst="rect">
            <a:avLst/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44000" lIns="216000" spcFirstLastPara="1" rIns="216000" wrap="square" tIns="144000">
            <a:noAutofit/>
          </a:bodyPr>
          <a:lstStyle>
            <a:lvl1pPr indent="-228600" lvl="0" marL="4572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indent="-342900" lvl="1" marL="914400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descr="Content text frame (highlight)" id="458" name="Google Shape;458;p82"/>
          <p:cNvSpPr txBox="1"/>
          <p:nvPr>
            <p:ph idx="3" type="body"/>
          </p:nvPr>
        </p:nvSpPr>
        <p:spPr>
          <a:xfrm>
            <a:off x="8187189" y="1414462"/>
            <a:ext cx="3600000" cy="4392000"/>
          </a:xfrm>
          <a:prstGeom prst="rect">
            <a:avLst/>
          </a:prstGeom>
          <a:solidFill>
            <a:schemeClr val="accent1"/>
          </a:solidFill>
          <a:ln cap="flat" cmpd="sng" w="19050">
            <a:solidFill>
              <a:srgbClr val="0099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44000" lIns="216000" spcFirstLastPara="1" rIns="216000" wrap="square" tIns="144000">
            <a:noAutofit/>
          </a:bodyPr>
          <a:lstStyle>
            <a:lvl1pPr indent="-228600" lvl="0" marL="4572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indent="-342900" lvl="1" marL="914400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2pPr>
            <a:lvl3pPr indent="-342900" lvl="2" marL="1371600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3pPr>
            <a:lvl4pPr indent="-342900" lvl="3" marL="1828800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4pPr>
            <a:lvl5pPr indent="-342900" lvl="4" marL="2286000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5pPr>
            <a:lvl6pPr indent="-342900" lvl="5" marL="2743200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6pPr>
            <a:lvl7pPr indent="-342900" lvl="6" marL="3200400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7pPr>
            <a:lvl8pPr indent="-342900" lvl="7" marL="3657600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8pPr>
            <a:lvl9pPr indent="-342900" lvl="8" marL="4114800" algn="l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descr="Siemens logo" id="459" name="Google Shape;459;p8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635188" y="6418800"/>
            <a:ext cx="1152000" cy="183168"/>
          </a:xfrm>
          <a:prstGeom prst="rect">
            <a:avLst/>
          </a:prstGeom>
          <a:noFill/>
          <a:ln>
            <a:noFill/>
          </a:ln>
        </p:spPr>
      </p:pic>
      <p:sp>
        <p:nvSpPr>
          <p:cNvPr descr="Footer with copyright, author and department information, and date" id="460" name="Google Shape;460;p82"/>
          <p:cNvSpPr txBox="1"/>
          <p:nvPr>
            <p:ph idx="11" type="ftr"/>
          </p:nvPr>
        </p:nvSpPr>
        <p:spPr>
          <a:xfrm>
            <a:off x="1059160" y="6310800"/>
            <a:ext cx="9216000" cy="54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120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1" name="Google Shape;461;p82"/>
          <p:cNvSpPr txBox="1"/>
          <p:nvPr>
            <p:ph idx="12" type="sldNum"/>
          </p:nvPr>
        </p:nvSpPr>
        <p:spPr>
          <a:xfrm>
            <a:off x="411162" y="6310800"/>
            <a:ext cx="648000" cy="54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1200" lIns="0" spcFirstLastPara="1" rIns="0" wrap="square" tIns="0">
            <a:noAutofit/>
          </a:bodyPr>
          <a:lstStyle>
            <a:lvl1pPr indent="0" lvl="0" marL="0" algn="l">
              <a:lnSpc>
                <a:spcPct val="100000"/>
              </a:lnSpc>
              <a:spcBef>
                <a:spcPts val="0"/>
              </a:spcBef>
              <a:buNone/>
              <a:defRPr/>
            </a:lvl1pPr>
            <a:lvl2pPr indent="0" lvl="1" marL="0" algn="l">
              <a:lnSpc>
                <a:spcPct val="100000"/>
              </a:lnSpc>
              <a:spcBef>
                <a:spcPts val="0"/>
              </a:spcBef>
              <a:buNone/>
              <a:defRPr/>
            </a:lvl2pPr>
            <a:lvl3pPr indent="0" lvl="2" marL="0" algn="l">
              <a:lnSpc>
                <a:spcPct val="100000"/>
              </a:lnSpc>
              <a:spcBef>
                <a:spcPts val="0"/>
              </a:spcBef>
              <a:buNone/>
              <a:defRPr/>
            </a:lvl3pPr>
            <a:lvl4pPr indent="0" lvl="3" marL="0" algn="l">
              <a:lnSpc>
                <a:spcPct val="100000"/>
              </a:lnSpc>
              <a:spcBef>
                <a:spcPts val="0"/>
              </a:spcBef>
              <a:buNone/>
              <a:defRPr/>
            </a:lvl4pPr>
            <a:lvl5pPr indent="0" lvl="4" marL="0" algn="l">
              <a:lnSpc>
                <a:spcPct val="100000"/>
              </a:lnSpc>
              <a:spcBef>
                <a:spcPts val="0"/>
              </a:spcBef>
              <a:buNone/>
              <a:defRPr/>
            </a:lvl5pPr>
            <a:lvl6pPr indent="0" lvl="5" marL="0" algn="l">
              <a:lnSpc>
                <a:spcPct val="100000"/>
              </a:lnSpc>
              <a:spcBef>
                <a:spcPts val="0"/>
              </a:spcBef>
              <a:buNone/>
              <a:defRPr/>
            </a:lvl6pPr>
            <a:lvl7pPr indent="0" lvl="6" marL="0" algn="l">
              <a:lnSpc>
                <a:spcPct val="100000"/>
              </a:lnSpc>
              <a:spcBef>
                <a:spcPts val="0"/>
              </a:spcBef>
              <a:buNone/>
              <a:defRPr/>
            </a:lvl7pPr>
            <a:lvl8pPr indent="0" lvl="7" marL="0" algn="l">
              <a:lnSpc>
                <a:spcPct val="100000"/>
              </a:lnSpc>
              <a:spcBef>
                <a:spcPts val="0"/>
              </a:spcBef>
              <a:buNone/>
              <a:defRPr/>
            </a:lvl8pPr>
            <a:lvl9pPr indent="0" lvl="8" marL="0" algn="l">
              <a:lnSpc>
                <a:spcPct val="100000"/>
              </a:lnSpc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-DE"/>
              <a:t>Page </a:t>
            </a:r>
            <a:fld id="{00000000-1234-1234-1234-123412341234}" type="slidenum">
              <a:rPr lang="de-DE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pos="259">
          <p15:clr>
            <a:srgbClr val="65CEFF"/>
          </p15:clr>
        </p15:guide>
        <p15:guide id="2" pos="2526">
          <p15:clr>
            <a:srgbClr val="65CEFF"/>
          </p15:clr>
        </p15:guide>
        <p15:guide id="3" pos="2708">
          <p15:clr>
            <a:srgbClr val="65CEFF"/>
          </p15:clr>
        </p15:guide>
        <p15:guide id="4" pos="4975">
          <p15:clr>
            <a:srgbClr val="65CEFF"/>
          </p15:clr>
        </p15:guide>
        <p15:guide id="5" pos="5157">
          <p15:clr>
            <a:srgbClr val="65CEFF"/>
          </p15:clr>
        </p15:guide>
        <p15:guide id="6" pos="6472">
          <p15:clr>
            <a:srgbClr val="65CEFF"/>
          </p15:clr>
        </p15:guide>
        <p15:guide id="7" pos="7425">
          <p15:clr>
            <a:srgbClr val="65CEFF"/>
          </p15:clr>
        </p15:guide>
        <p15:guide id="8" orient="horz" pos="302">
          <p15:clr>
            <a:srgbClr val="65CEFF"/>
          </p15:clr>
        </p15:guide>
        <p15:guide id="9" orient="horz" pos="664">
          <p15:clr>
            <a:srgbClr val="65CEFF"/>
          </p15:clr>
        </p15:guide>
        <p15:guide id="10" orient="horz" pos="891">
          <p15:clr>
            <a:srgbClr val="65CEFF"/>
          </p15:clr>
        </p15:guide>
        <p15:guide id="11" orient="horz" pos="3658">
          <p15:clr>
            <a:srgbClr val="65CEFF"/>
          </p15:clr>
        </p15:guide>
        <p15:guide id="12" orient="horz" pos="3885">
          <p15:clr>
            <a:srgbClr val="65CEFF"/>
          </p15:clr>
        </p15:guide>
        <p15:guide id="13" orient="horz" pos="4157">
          <p15:clr>
            <a:srgbClr val="65CEFF"/>
          </p15:clr>
        </p15:guide>
      </p15:sldGuideLst>
    </p:ext>
  </p:extLst>
</p:sldLayout>
</file>

<file path=ppt/slideLayouts/slideLayout7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 dark">
  <p:cSld name="Quote dark">
    <p:bg>
      <p:bgPr>
        <a:solidFill>
          <a:schemeClr val="dk2"/>
        </a:solidFill>
      </p:bgPr>
    </p:bg>
    <p:spTree>
      <p:nvGrpSpPr>
        <p:cNvPr id="462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p83"/>
          <p:cNvSpPr txBox="1"/>
          <p:nvPr>
            <p:ph type="title"/>
          </p:nvPr>
        </p:nvSpPr>
        <p:spPr>
          <a:xfrm>
            <a:off x="410400" y="-540000"/>
            <a:ext cx="9863997" cy="3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14400" lIns="0" spcFirstLastPara="1" rIns="32400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Arial"/>
              <a:buNone/>
              <a:defRPr b="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descr="Quote text frame" id="464" name="Google Shape;464;p83"/>
          <p:cNvSpPr txBox="1"/>
          <p:nvPr>
            <p:ph idx="1" type="body"/>
          </p:nvPr>
        </p:nvSpPr>
        <p:spPr>
          <a:xfrm>
            <a:off x="1022400" y="1702799"/>
            <a:ext cx="9252000" cy="410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b="0" sz="48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 sz="1800"/>
            </a:lvl2pPr>
            <a:lvl3pPr indent="-228600" lvl="2" marL="13716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lt1"/>
                </a:solidFill>
              </a:defRPr>
            </a:lvl3pPr>
            <a:lvl4pPr indent="-228600" lvl="3" marL="18288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indent="-228600" lvl="4" marL="22860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indent="-342900" lvl="5" marL="27432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465" name="Google Shape;465;p83"/>
          <p:cNvSpPr/>
          <p:nvPr/>
        </p:nvSpPr>
        <p:spPr>
          <a:xfrm>
            <a:off x="1058400" y="766763"/>
            <a:ext cx="907891" cy="647700"/>
          </a:xfrm>
          <a:custGeom>
            <a:rect b="b" l="l" r="r" t="t"/>
            <a:pathLst>
              <a:path extrusionOk="0" h="1868542" w="2619164">
                <a:moveTo>
                  <a:pt x="0" y="1868543"/>
                </a:moveTo>
                <a:lnTo>
                  <a:pt x="742610" y="0"/>
                </a:lnTo>
                <a:lnTo>
                  <a:pt x="1318210" y="0"/>
                </a:lnTo>
                <a:lnTo>
                  <a:pt x="742610" y="1868543"/>
                </a:lnTo>
                <a:lnTo>
                  <a:pt x="0" y="1868543"/>
                </a:lnTo>
                <a:close/>
                <a:moveTo>
                  <a:pt x="1300954" y="1868543"/>
                </a:moveTo>
                <a:lnTo>
                  <a:pt x="2043564" y="0"/>
                </a:lnTo>
                <a:lnTo>
                  <a:pt x="2619164" y="0"/>
                </a:lnTo>
                <a:lnTo>
                  <a:pt x="2043564" y="1868543"/>
                </a:lnTo>
                <a:lnTo>
                  <a:pt x="1300954" y="1868543"/>
                </a:lnTo>
                <a:close/>
              </a:path>
            </a:pathLst>
          </a:custGeom>
          <a:gradFill>
            <a:gsLst>
              <a:gs pos="0">
                <a:srgbClr val="00FFB9"/>
              </a:gs>
              <a:gs pos="15000">
                <a:srgbClr val="00FFB9"/>
              </a:gs>
              <a:gs pos="80000">
                <a:srgbClr val="00E6DC"/>
              </a:gs>
              <a:gs pos="100000">
                <a:srgbClr val="00E6DC"/>
              </a:gs>
            </a:gsLst>
            <a:lin ang="54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Siemens logo" id="466" name="Google Shape;466;p8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635188" y="6418800"/>
            <a:ext cx="1152000" cy="183168"/>
          </a:xfrm>
          <a:prstGeom prst="rect">
            <a:avLst/>
          </a:prstGeom>
          <a:noFill/>
          <a:ln>
            <a:noFill/>
          </a:ln>
        </p:spPr>
      </p:pic>
      <p:sp>
        <p:nvSpPr>
          <p:cNvPr descr="Footer with copyright, author and department information, and date" id="467" name="Google Shape;467;p83"/>
          <p:cNvSpPr txBox="1"/>
          <p:nvPr>
            <p:ph idx="11" type="ftr"/>
          </p:nvPr>
        </p:nvSpPr>
        <p:spPr>
          <a:xfrm>
            <a:off x="1059160" y="6310800"/>
            <a:ext cx="9216000" cy="54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120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8" name="Google Shape;468;p83"/>
          <p:cNvSpPr txBox="1"/>
          <p:nvPr>
            <p:ph idx="12" type="sldNum"/>
          </p:nvPr>
        </p:nvSpPr>
        <p:spPr>
          <a:xfrm>
            <a:off x="411162" y="6310800"/>
            <a:ext cx="648000" cy="54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1200" lIns="0" spcFirstLastPara="1" rIns="0" wrap="square" tIns="0">
            <a:noAutofit/>
          </a:bodyPr>
          <a:lstStyle>
            <a:lvl1pPr indent="0" lvl="0" marL="0" algn="l">
              <a:lnSpc>
                <a:spcPct val="100000"/>
              </a:lnSpc>
              <a:spcBef>
                <a:spcPts val="0"/>
              </a:spcBef>
              <a:buNone/>
              <a:defRPr/>
            </a:lvl1pPr>
            <a:lvl2pPr indent="0" lvl="1" marL="0" algn="l">
              <a:lnSpc>
                <a:spcPct val="100000"/>
              </a:lnSpc>
              <a:spcBef>
                <a:spcPts val="0"/>
              </a:spcBef>
              <a:buNone/>
              <a:defRPr/>
            </a:lvl2pPr>
            <a:lvl3pPr indent="0" lvl="2" marL="0" algn="l">
              <a:lnSpc>
                <a:spcPct val="100000"/>
              </a:lnSpc>
              <a:spcBef>
                <a:spcPts val="0"/>
              </a:spcBef>
              <a:buNone/>
              <a:defRPr/>
            </a:lvl3pPr>
            <a:lvl4pPr indent="0" lvl="3" marL="0" algn="l">
              <a:lnSpc>
                <a:spcPct val="100000"/>
              </a:lnSpc>
              <a:spcBef>
                <a:spcPts val="0"/>
              </a:spcBef>
              <a:buNone/>
              <a:defRPr/>
            </a:lvl4pPr>
            <a:lvl5pPr indent="0" lvl="4" marL="0" algn="l">
              <a:lnSpc>
                <a:spcPct val="100000"/>
              </a:lnSpc>
              <a:spcBef>
                <a:spcPts val="0"/>
              </a:spcBef>
              <a:buNone/>
              <a:defRPr/>
            </a:lvl5pPr>
            <a:lvl6pPr indent="0" lvl="5" marL="0" algn="l">
              <a:lnSpc>
                <a:spcPct val="100000"/>
              </a:lnSpc>
              <a:spcBef>
                <a:spcPts val="0"/>
              </a:spcBef>
              <a:buNone/>
              <a:defRPr/>
            </a:lvl6pPr>
            <a:lvl7pPr indent="0" lvl="6" marL="0" algn="l">
              <a:lnSpc>
                <a:spcPct val="100000"/>
              </a:lnSpc>
              <a:spcBef>
                <a:spcPts val="0"/>
              </a:spcBef>
              <a:buNone/>
              <a:defRPr/>
            </a:lvl7pPr>
            <a:lvl8pPr indent="0" lvl="7" marL="0" algn="l">
              <a:lnSpc>
                <a:spcPct val="100000"/>
              </a:lnSpc>
              <a:spcBef>
                <a:spcPts val="0"/>
              </a:spcBef>
              <a:buNone/>
              <a:defRPr/>
            </a:lvl8pPr>
            <a:lvl9pPr indent="0" lvl="8" marL="0" algn="l">
              <a:lnSpc>
                <a:spcPct val="100000"/>
              </a:lnSpc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-DE"/>
              <a:t>Page </a:t>
            </a:r>
            <a:fld id="{00000000-1234-1234-1234-123412341234}" type="slidenum">
              <a:rPr lang="de-DE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pos="259">
          <p15:clr>
            <a:srgbClr val="65CEFF"/>
          </p15:clr>
        </p15:guide>
        <p15:guide id="2" pos="6472">
          <p15:clr>
            <a:srgbClr val="65CEFF"/>
          </p15:clr>
        </p15:guide>
        <p15:guide id="3" pos="7425">
          <p15:clr>
            <a:srgbClr val="65CEFF"/>
          </p15:clr>
        </p15:guide>
        <p15:guide id="4" orient="horz" pos="891">
          <p15:clr>
            <a:srgbClr val="65CEFF"/>
          </p15:clr>
        </p15:guide>
        <p15:guide id="5" orient="horz" pos="1073">
          <p15:clr>
            <a:srgbClr val="65CEFF"/>
          </p15:clr>
        </p15:guide>
        <p15:guide id="6" orient="horz" pos="3658">
          <p15:clr>
            <a:srgbClr val="65CEFF"/>
          </p15:clr>
        </p15:guide>
        <p15:guide id="7" orient="horz" pos="3885">
          <p15:clr>
            <a:srgbClr val="65CEFF"/>
          </p15:clr>
        </p15:guide>
        <p15:guide id="8" orient="horz" pos="4157">
          <p15:clr>
            <a:srgbClr val="65CEFF"/>
          </p15:clr>
        </p15:guide>
      </p15:sldGuideLst>
    </p:ext>
  </p:extLst>
</p:sldLayout>
</file>

<file path=ppt/slideLayouts/slideLayout7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 light">
  <p:cSld name="Quote light">
    <p:spTree>
      <p:nvGrpSpPr>
        <p:cNvPr id="469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Google Shape;470;p84"/>
          <p:cNvSpPr txBox="1"/>
          <p:nvPr>
            <p:ph type="title"/>
          </p:nvPr>
        </p:nvSpPr>
        <p:spPr>
          <a:xfrm>
            <a:off x="411162" y="-540000"/>
            <a:ext cx="9863138" cy="3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14400" lIns="0" spcFirstLastPara="1" rIns="32400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Arial"/>
              <a:buNone/>
              <a:defRPr b="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descr="Quote text frame" id="471" name="Google Shape;471;p84"/>
          <p:cNvSpPr txBox="1"/>
          <p:nvPr>
            <p:ph idx="1" type="body"/>
          </p:nvPr>
        </p:nvSpPr>
        <p:spPr>
          <a:xfrm>
            <a:off x="1022400" y="1702799"/>
            <a:ext cx="9252760" cy="410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None/>
              <a:defRPr b="0" sz="4800">
                <a:solidFill>
                  <a:schemeClr val="dk2"/>
                </a:solidFill>
              </a:defRPr>
            </a:lvl1pPr>
            <a:lvl2pPr indent="-228600" lvl="1" marL="9144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dk2"/>
                </a:solidFill>
              </a:defRPr>
            </a:lvl2pPr>
            <a:lvl3pPr indent="-228600" lvl="2" marL="13716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3pPr>
            <a:lvl4pPr indent="-228600" lvl="3" marL="18288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indent="-228600" lvl="4" marL="22860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indent="-342900" lvl="5" marL="27432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472" name="Google Shape;472;p84"/>
          <p:cNvSpPr/>
          <p:nvPr/>
        </p:nvSpPr>
        <p:spPr>
          <a:xfrm>
            <a:off x="1058400" y="766763"/>
            <a:ext cx="907891" cy="647700"/>
          </a:xfrm>
          <a:custGeom>
            <a:rect b="b" l="l" r="r" t="t"/>
            <a:pathLst>
              <a:path extrusionOk="0" h="1868542" w="2619164">
                <a:moveTo>
                  <a:pt x="0" y="1868543"/>
                </a:moveTo>
                <a:lnTo>
                  <a:pt x="742610" y="0"/>
                </a:lnTo>
                <a:lnTo>
                  <a:pt x="1318210" y="0"/>
                </a:lnTo>
                <a:lnTo>
                  <a:pt x="742610" y="1868543"/>
                </a:lnTo>
                <a:lnTo>
                  <a:pt x="0" y="1868543"/>
                </a:lnTo>
                <a:close/>
                <a:moveTo>
                  <a:pt x="1300954" y="1868543"/>
                </a:moveTo>
                <a:lnTo>
                  <a:pt x="2043564" y="0"/>
                </a:lnTo>
                <a:lnTo>
                  <a:pt x="2619164" y="0"/>
                </a:lnTo>
                <a:lnTo>
                  <a:pt x="2043564" y="1868543"/>
                </a:lnTo>
                <a:lnTo>
                  <a:pt x="1300954" y="1868543"/>
                </a:lnTo>
                <a:close/>
              </a:path>
            </a:pathLst>
          </a:custGeom>
          <a:gradFill>
            <a:gsLst>
              <a:gs pos="0">
                <a:srgbClr val="00FFB9"/>
              </a:gs>
              <a:gs pos="15000">
                <a:srgbClr val="00FFB9"/>
              </a:gs>
              <a:gs pos="80000">
                <a:srgbClr val="00E6DC"/>
              </a:gs>
              <a:gs pos="100000">
                <a:srgbClr val="00E6DC"/>
              </a:gs>
            </a:gsLst>
            <a:lin ang="54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Siemens logo" id="473" name="Google Shape;473;p8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635188" y="6418800"/>
            <a:ext cx="1152000" cy="183168"/>
          </a:xfrm>
          <a:prstGeom prst="rect">
            <a:avLst/>
          </a:prstGeom>
          <a:noFill/>
          <a:ln>
            <a:noFill/>
          </a:ln>
        </p:spPr>
      </p:pic>
      <p:sp>
        <p:nvSpPr>
          <p:cNvPr descr="Footer with copyright, author and department information, and date" id="474" name="Google Shape;474;p84"/>
          <p:cNvSpPr txBox="1"/>
          <p:nvPr>
            <p:ph idx="11" type="ftr"/>
          </p:nvPr>
        </p:nvSpPr>
        <p:spPr>
          <a:xfrm>
            <a:off x="1059160" y="6310800"/>
            <a:ext cx="9216000" cy="54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120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5" name="Google Shape;475;p84"/>
          <p:cNvSpPr txBox="1"/>
          <p:nvPr>
            <p:ph idx="12" type="sldNum"/>
          </p:nvPr>
        </p:nvSpPr>
        <p:spPr>
          <a:xfrm>
            <a:off x="411162" y="6310800"/>
            <a:ext cx="648000" cy="54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1200" lIns="0" spcFirstLastPara="1" rIns="0" wrap="square" tIns="0">
            <a:noAutofit/>
          </a:bodyPr>
          <a:lstStyle>
            <a:lvl1pPr indent="0" lvl="0" marL="0" algn="l">
              <a:lnSpc>
                <a:spcPct val="100000"/>
              </a:lnSpc>
              <a:spcBef>
                <a:spcPts val="0"/>
              </a:spcBef>
              <a:buNone/>
              <a:defRPr/>
            </a:lvl1pPr>
            <a:lvl2pPr indent="0" lvl="1" marL="0" algn="l">
              <a:lnSpc>
                <a:spcPct val="100000"/>
              </a:lnSpc>
              <a:spcBef>
                <a:spcPts val="0"/>
              </a:spcBef>
              <a:buNone/>
              <a:defRPr/>
            </a:lvl2pPr>
            <a:lvl3pPr indent="0" lvl="2" marL="0" algn="l">
              <a:lnSpc>
                <a:spcPct val="100000"/>
              </a:lnSpc>
              <a:spcBef>
                <a:spcPts val="0"/>
              </a:spcBef>
              <a:buNone/>
              <a:defRPr/>
            </a:lvl3pPr>
            <a:lvl4pPr indent="0" lvl="3" marL="0" algn="l">
              <a:lnSpc>
                <a:spcPct val="100000"/>
              </a:lnSpc>
              <a:spcBef>
                <a:spcPts val="0"/>
              </a:spcBef>
              <a:buNone/>
              <a:defRPr/>
            </a:lvl4pPr>
            <a:lvl5pPr indent="0" lvl="4" marL="0" algn="l">
              <a:lnSpc>
                <a:spcPct val="100000"/>
              </a:lnSpc>
              <a:spcBef>
                <a:spcPts val="0"/>
              </a:spcBef>
              <a:buNone/>
              <a:defRPr/>
            </a:lvl5pPr>
            <a:lvl6pPr indent="0" lvl="5" marL="0" algn="l">
              <a:lnSpc>
                <a:spcPct val="100000"/>
              </a:lnSpc>
              <a:spcBef>
                <a:spcPts val="0"/>
              </a:spcBef>
              <a:buNone/>
              <a:defRPr/>
            </a:lvl6pPr>
            <a:lvl7pPr indent="0" lvl="6" marL="0" algn="l">
              <a:lnSpc>
                <a:spcPct val="100000"/>
              </a:lnSpc>
              <a:spcBef>
                <a:spcPts val="0"/>
              </a:spcBef>
              <a:buNone/>
              <a:defRPr/>
            </a:lvl7pPr>
            <a:lvl8pPr indent="0" lvl="7" marL="0" algn="l">
              <a:lnSpc>
                <a:spcPct val="100000"/>
              </a:lnSpc>
              <a:spcBef>
                <a:spcPts val="0"/>
              </a:spcBef>
              <a:buNone/>
              <a:defRPr/>
            </a:lvl8pPr>
            <a:lvl9pPr indent="0" lvl="8" marL="0" algn="l">
              <a:lnSpc>
                <a:spcPct val="100000"/>
              </a:lnSpc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-DE"/>
              <a:t>Page </a:t>
            </a:r>
            <a:fld id="{00000000-1234-1234-1234-123412341234}" type="slidenum">
              <a:rPr lang="de-DE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pos="259">
          <p15:clr>
            <a:srgbClr val="65CEFF"/>
          </p15:clr>
        </p15:guide>
        <p15:guide id="2" pos="6472">
          <p15:clr>
            <a:srgbClr val="65CEFF"/>
          </p15:clr>
        </p15:guide>
        <p15:guide id="3" pos="7425">
          <p15:clr>
            <a:srgbClr val="65CEFF"/>
          </p15:clr>
        </p15:guide>
        <p15:guide id="4" orient="horz" pos="891">
          <p15:clr>
            <a:srgbClr val="65CEFF"/>
          </p15:clr>
        </p15:guide>
        <p15:guide id="5" orient="horz" pos="1073">
          <p15:clr>
            <a:srgbClr val="65CEFF"/>
          </p15:clr>
        </p15:guide>
        <p15:guide id="6" orient="horz" pos="2206">
          <p15:clr>
            <a:srgbClr val="65CEFF"/>
          </p15:clr>
        </p15:guide>
        <p15:guide id="7" orient="horz" pos="2343">
          <p15:clr>
            <a:srgbClr val="65CEFF"/>
          </p15:clr>
        </p15:guide>
        <p15:guide id="8" orient="horz" pos="3658">
          <p15:clr>
            <a:srgbClr val="65CEFF"/>
          </p15:clr>
        </p15:guide>
        <p15:guide id="9" orient="horz" pos="3885">
          <p15:clr>
            <a:srgbClr val="65CEFF"/>
          </p15:clr>
        </p15:guide>
        <p15:guide id="10" orient="horz" pos="4157">
          <p15:clr>
            <a:srgbClr val="65CEFF"/>
          </p15:clr>
        </p15:guide>
      </p15:sldGuideLst>
    </p:ext>
  </p:extLst>
</p:sldLayout>
</file>

<file path=ppt/slideLayouts/slideLayout8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atement dark">
  <p:cSld name="Statement dark">
    <p:bg>
      <p:bgPr>
        <a:solidFill>
          <a:schemeClr val="dk2"/>
        </a:solidFill>
      </p:bgPr>
    </p:bg>
    <p:spTree>
      <p:nvGrpSpPr>
        <p:cNvPr id="476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Statement text frame" id="477" name="Google Shape;477;p85"/>
          <p:cNvSpPr txBox="1"/>
          <p:nvPr>
            <p:ph type="title"/>
          </p:nvPr>
        </p:nvSpPr>
        <p:spPr>
          <a:xfrm>
            <a:off x="986400" y="1270799"/>
            <a:ext cx="10800000" cy="453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FFB9"/>
              </a:buClr>
              <a:buSzPts val="8000"/>
              <a:buFont typeface="Arial"/>
              <a:buNone/>
              <a:defRPr b="0" sz="8000">
                <a:solidFill>
                  <a:srgbClr val="00FFB9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descr="Siemens logo" id="478" name="Google Shape;478;p8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635188" y="6418800"/>
            <a:ext cx="1152000" cy="183168"/>
          </a:xfrm>
          <a:prstGeom prst="rect">
            <a:avLst/>
          </a:prstGeom>
          <a:noFill/>
          <a:ln>
            <a:noFill/>
          </a:ln>
        </p:spPr>
      </p:pic>
      <p:sp>
        <p:nvSpPr>
          <p:cNvPr descr="Footer with copyright, author and department information, and date" id="479" name="Google Shape;479;p85"/>
          <p:cNvSpPr txBox="1"/>
          <p:nvPr>
            <p:ph idx="11" type="ftr"/>
          </p:nvPr>
        </p:nvSpPr>
        <p:spPr>
          <a:xfrm>
            <a:off x="1059160" y="6310800"/>
            <a:ext cx="9216000" cy="54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120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0" name="Google Shape;480;p85"/>
          <p:cNvSpPr txBox="1"/>
          <p:nvPr>
            <p:ph idx="12" type="sldNum"/>
          </p:nvPr>
        </p:nvSpPr>
        <p:spPr>
          <a:xfrm>
            <a:off x="411162" y="6310800"/>
            <a:ext cx="648000" cy="54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1200" lIns="0" spcFirstLastPara="1" rIns="0" wrap="square" tIns="0">
            <a:noAutofit/>
          </a:bodyPr>
          <a:lstStyle>
            <a:lvl1pPr indent="0" lvl="0" marL="0" algn="l">
              <a:lnSpc>
                <a:spcPct val="100000"/>
              </a:lnSpc>
              <a:spcBef>
                <a:spcPts val="0"/>
              </a:spcBef>
              <a:buNone/>
              <a:defRPr/>
            </a:lvl1pPr>
            <a:lvl2pPr indent="0" lvl="1" marL="0" algn="l">
              <a:lnSpc>
                <a:spcPct val="100000"/>
              </a:lnSpc>
              <a:spcBef>
                <a:spcPts val="0"/>
              </a:spcBef>
              <a:buNone/>
              <a:defRPr/>
            </a:lvl2pPr>
            <a:lvl3pPr indent="0" lvl="2" marL="0" algn="l">
              <a:lnSpc>
                <a:spcPct val="100000"/>
              </a:lnSpc>
              <a:spcBef>
                <a:spcPts val="0"/>
              </a:spcBef>
              <a:buNone/>
              <a:defRPr/>
            </a:lvl3pPr>
            <a:lvl4pPr indent="0" lvl="3" marL="0" algn="l">
              <a:lnSpc>
                <a:spcPct val="100000"/>
              </a:lnSpc>
              <a:spcBef>
                <a:spcPts val="0"/>
              </a:spcBef>
              <a:buNone/>
              <a:defRPr/>
            </a:lvl4pPr>
            <a:lvl5pPr indent="0" lvl="4" marL="0" algn="l">
              <a:lnSpc>
                <a:spcPct val="100000"/>
              </a:lnSpc>
              <a:spcBef>
                <a:spcPts val="0"/>
              </a:spcBef>
              <a:buNone/>
              <a:defRPr/>
            </a:lvl5pPr>
            <a:lvl6pPr indent="0" lvl="5" marL="0" algn="l">
              <a:lnSpc>
                <a:spcPct val="100000"/>
              </a:lnSpc>
              <a:spcBef>
                <a:spcPts val="0"/>
              </a:spcBef>
              <a:buNone/>
              <a:defRPr/>
            </a:lvl6pPr>
            <a:lvl7pPr indent="0" lvl="6" marL="0" algn="l">
              <a:lnSpc>
                <a:spcPct val="100000"/>
              </a:lnSpc>
              <a:spcBef>
                <a:spcPts val="0"/>
              </a:spcBef>
              <a:buNone/>
              <a:defRPr/>
            </a:lvl7pPr>
            <a:lvl8pPr indent="0" lvl="7" marL="0" algn="l">
              <a:lnSpc>
                <a:spcPct val="100000"/>
              </a:lnSpc>
              <a:spcBef>
                <a:spcPts val="0"/>
              </a:spcBef>
              <a:buNone/>
              <a:defRPr/>
            </a:lvl8pPr>
            <a:lvl9pPr indent="0" lvl="8" marL="0" algn="l">
              <a:lnSpc>
                <a:spcPct val="100000"/>
              </a:lnSpc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-DE"/>
              <a:t>Page </a:t>
            </a:r>
            <a:fld id="{00000000-1234-1234-1234-123412341234}" type="slidenum">
              <a:rPr lang="de-DE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pos="259">
          <p15:clr>
            <a:srgbClr val="65CEFF"/>
          </p15:clr>
        </p15:guide>
        <p15:guide id="2" pos="6472">
          <p15:clr>
            <a:srgbClr val="65CEFF"/>
          </p15:clr>
        </p15:guide>
        <p15:guide id="3" pos="7425">
          <p15:clr>
            <a:srgbClr val="65CEFF"/>
          </p15:clr>
        </p15:guide>
        <p15:guide id="4" orient="horz" pos="801">
          <p15:clr>
            <a:srgbClr val="65CEFF"/>
          </p15:clr>
        </p15:guide>
        <p15:guide id="5" orient="horz" pos="3658">
          <p15:clr>
            <a:srgbClr val="65CEFF"/>
          </p15:clr>
        </p15:guide>
        <p15:guide id="6" orient="horz" pos="4157">
          <p15:clr>
            <a:srgbClr val="65CEFF"/>
          </p15:clr>
        </p15:guide>
      </p15:sldGuideLst>
    </p:ext>
  </p:extLst>
</p:sldLayout>
</file>

<file path=ppt/slideLayouts/slideLayout8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atement light">
  <p:cSld name="Statement light">
    <p:spTree>
      <p:nvGrpSpPr>
        <p:cNvPr id="48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Statement text frame" id="482" name="Google Shape;482;p86"/>
          <p:cNvSpPr txBox="1"/>
          <p:nvPr>
            <p:ph type="title"/>
          </p:nvPr>
        </p:nvSpPr>
        <p:spPr>
          <a:xfrm>
            <a:off x="986400" y="1271538"/>
            <a:ext cx="10800000" cy="453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FFB9"/>
              </a:buClr>
              <a:buSzPts val="8000"/>
              <a:buFont typeface="Arial"/>
              <a:buNone/>
              <a:defRPr b="0" sz="8000">
                <a:solidFill>
                  <a:srgbClr val="00FFB9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descr="Siemens logo" id="483" name="Google Shape;483;p8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635188" y="6418800"/>
            <a:ext cx="1152000" cy="183168"/>
          </a:xfrm>
          <a:prstGeom prst="rect">
            <a:avLst/>
          </a:prstGeom>
          <a:noFill/>
          <a:ln>
            <a:noFill/>
          </a:ln>
        </p:spPr>
      </p:pic>
      <p:sp>
        <p:nvSpPr>
          <p:cNvPr descr="Footer with copyright, author and department information, and date" id="484" name="Google Shape;484;p86"/>
          <p:cNvSpPr txBox="1"/>
          <p:nvPr>
            <p:ph idx="11" type="ftr"/>
          </p:nvPr>
        </p:nvSpPr>
        <p:spPr>
          <a:xfrm>
            <a:off x="1059160" y="6310800"/>
            <a:ext cx="9216000" cy="54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120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5" name="Google Shape;485;p86"/>
          <p:cNvSpPr txBox="1"/>
          <p:nvPr>
            <p:ph idx="12" type="sldNum"/>
          </p:nvPr>
        </p:nvSpPr>
        <p:spPr>
          <a:xfrm>
            <a:off x="411162" y="6310800"/>
            <a:ext cx="648000" cy="54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1200" lIns="0" spcFirstLastPara="1" rIns="0" wrap="square" tIns="0">
            <a:noAutofit/>
          </a:bodyPr>
          <a:lstStyle>
            <a:lvl1pPr indent="0" lvl="0" marL="0" algn="l">
              <a:lnSpc>
                <a:spcPct val="100000"/>
              </a:lnSpc>
              <a:spcBef>
                <a:spcPts val="0"/>
              </a:spcBef>
              <a:buNone/>
              <a:defRPr/>
            </a:lvl1pPr>
            <a:lvl2pPr indent="0" lvl="1" marL="0" algn="l">
              <a:lnSpc>
                <a:spcPct val="100000"/>
              </a:lnSpc>
              <a:spcBef>
                <a:spcPts val="0"/>
              </a:spcBef>
              <a:buNone/>
              <a:defRPr/>
            </a:lvl2pPr>
            <a:lvl3pPr indent="0" lvl="2" marL="0" algn="l">
              <a:lnSpc>
                <a:spcPct val="100000"/>
              </a:lnSpc>
              <a:spcBef>
                <a:spcPts val="0"/>
              </a:spcBef>
              <a:buNone/>
              <a:defRPr/>
            </a:lvl3pPr>
            <a:lvl4pPr indent="0" lvl="3" marL="0" algn="l">
              <a:lnSpc>
                <a:spcPct val="100000"/>
              </a:lnSpc>
              <a:spcBef>
                <a:spcPts val="0"/>
              </a:spcBef>
              <a:buNone/>
              <a:defRPr/>
            </a:lvl4pPr>
            <a:lvl5pPr indent="0" lvl="4" marL="0" algn="l">
              <a:lnSpc>
                <a:spcPct val="100000"/>
              </a:lnSpc>
              <a:spcBef>
                <a:spcPts val="0"/>
              </a:spcBef>
              <a:buNone/>
              <a:defRPr/>
            </a:lvl5pPr>
            <a:lvl6pPr indent="0" lvl="5" marL="0" algn="l">
              <a:lnSpc>
                <a:spcPct val="100000"/>
              </a:lnSpc>
              <a:spcBef>
                <a:spcPts val="0"/>
              </a:spcBef>
              <a:buNone/>
              <a:defRPr/>
            </a:lvl6pPr>
            <a:lvl7pPr indent="0" lvl="6" marL="0" algn="l">
              <a:lnSpc>
                <a:spcPct val="100000"/>
              </a:lnSpc>
              <a:spcBef>
                <a:spcPts val="0"/>
              </a:spcBef>
              <a:buNone/>
              <a:defRPr/>
            </a:lvl7pPr>
            <a:lvl8pPr indent="0" lvl="7" marL="0" algn="l">
              <a:lnSpc>
                <a:spcPct val="100000"/>
              </a:lnSpc>
              <a:spcBef>
                <a:spcPts val="0"/>
              </a:spcBef>
              <a:buNone/>
              <a:defRPr/>
            </a:lvl8pPr>
            <a:lvl9pPr indent="0" lvl="8" marL="0" algn="l">
              <a:lnSpc>
                <a:spcPct val="100000"/>
              </a:lnSpc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-DE"/>
              <a:t>Page </a:t>
            </a:r>
            <a:fld id="{00000000-1234-1234-1234-123412341234}" type="slidenum">
              <a:rPr lang="de-DE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pos="259">
          <p15:clr>
            <a:srgbClr val="65CEFF"/>
          </p15:clr>
        </p15:guide>
        <p15:guide id="2" pos="6472">
          <p15:clr>
            <a:srgbClr val="65CEFF"/>
          </p15:clr>
        </p15:guide>
        <p15:guide id="3" pos="7425">
          <p15:clr>
            <a:srgbClr val="65CEFF"/>
          </p15:clr>
        </p15:guide>
        <p15:guide id="4" orient="horz" pos="801">
          <p15:clr>
            <a:srgbClr val="65CEFF"/>
          </p15:clr>
        </p15:guide>
        <p15:guide id="5" orient="horz" pos="3658">
          <p15:clr>
            <a:srgbClr val="65CEFF"/>
          </p15:clr>
        </p15:guide>
        <p15:guide id="6" orient="horz" pos="4157">
          <p15:clr>
            <a:srgbClr val="65CEFF"/>
          </p15:clr>
        </p15:guide>
      </p15:sldGuideLst>
    </p:ext>
  </p:extLst>
</p:sldLayout>
</file>

<file path=ppt/slideLayouts/slideLayout8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act">
  <p:cSld name="Contact">
    <p:bg>
      <p:bgPr>
        <a:solidFill>
          <a:schemeClr val="dk2"/>
        </a:solidFill>
      </p:bgPr>
    </p:bg>
    <p:spTree>
      <p:nvGrpSpPr>
        <p:cNvPr id="486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Slide headline" id="487" name="Google Shape;487;p87"/>
          <p:cNvSpPr txBox="1"/>
          <p:nvPr>
            <p:ph type="title"/>
          </p:nvPr>
        </p:nvSpPr>
        <p:spPr>
          <a:xfrm>
            <a:off x="1058400" y="1234800"/>
            <a:ext cx="9216000" cy="116252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400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Font typeface="Arial"/>
              <a:buNone/>
              <a:defRPr sz="8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descr="Content text frame" id="488" name="Google Shape;488;p87"/>
          <p:cNvSpPr txBox="1"/>
          <p:nvPr>
            <p:ph idx="1" type="subTitle"/>
          </p:nvPr>
        </p:nvSpPr>
        <p:spPr>
          <a:xfrm>
            <a:off x="1058400" y="2397324"/>
            <a:ext cx="9216000" cy="34097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08000">
            <a:noAutofit/>
          </a:bodyPr>
          <a:lstStyle>
            <a:lvl1pPr lv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400"/>
              <a:buFont typeface="Arial"/>
              <a:buNone/>
              <a:defRPr b="1" sz="1400">
                <a:solidFill>
                  <a:schemeClr val="lt1"/>
                </a:solidFill>
              </a:defRPr>
            </a:lvl2pPr>
            <a:lvl3pPr lvl="2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•"/>
              <a:defRPr b="0" sz="1400"/>
            </a:lvl3pPr>
            <a:lvl4pPr lvl="3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400"/>
              <a:buFont typeface="Arial"/>
              <a:buNone/>
              <a:defRPr b="1" sz="1400"/>
            </a:lvl4pPr>
            <a:lvl5pPr lvl="4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b="0" sz="1400">
                <a:solidFill>
                  <a:schemeClr val="lt1"/>
                </a:solidFill>
              </a:defRPr>
            </a:lvl5pPr>
            <a:lvl6pPr lvl="5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•"/>
              <a:defRPr sz="1400"/>
            </a:lvl6pPr>
            <a:lvl7pPr lvl="6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b="0" sz="1400"/>
            </a:lvl7pPr>
            <a:lvl8pPr lvl="7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•"/>
              <a:defRPr sz="1400"/>
            </a:lvl8pPr>
            <a:lvl9pPr lvl="8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b="0" sz="1400"/>
            </a:lvl9pPr>
          </a:lstStyle>
          <a:p/>
        </p:txBody>
      </p:sp>
      <p:pic>
        <p:nvPicPr>
          <p:cNvPr descr="Siemens logo" id="489" name="Google Shape;489;p8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635188" y="6418800"/>
            <a:ext cx="1152000" cy="183168"/>
          </a:xfrm>
          <a:prstGeom prst="rect">
            <a:avLst/>
          </a:prstGeom>
          <a:noFill/>
          <a:ln>
            <a:noFill/>
          </a:ln>
        </p:spPr>
      </p:pic>
      <p:sp>
        <p:nvSpPr>
          <p:cNvPr descr="Footer with copyright, author and department information, and date" id="490" name="Google Shape;490;p87"/>
          <p:cNvSpPr txBox="1"/>
          <p:nvPr>
            <p:ph idx="11" type="ftr"/>
          </p:nvPr>
        </p:nvSpPr>
        <p:spPr>
          <a:xfrm>
            <a:off x="1059160" y="6310800"/>
            <a:ext cx="9216000" cy="54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120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1" name="Google Shape;491;p87"/>
          <p:cNvSpPr txBox="1"/>
          <p:nvPr>
            <p:ph idx="12" type="sldNum"/>
          </p:nvPr>
        </p:nvSpPr>
        <p:spPr>
          <a:xfrm>
            <a:off x="411162" y="6310800"/>
            <a:ext cx="648000" cy="54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1200" lIns="0" spcFirstLastPara="1" rIns="0" wrap="square" tIns="0">
            <a:noAutofit/>
          </a:bodyPr>
          <a:lstStyle>
            <a:lvl1pPr indent="0" lvl="0" marL="0" algn="l">
              <a:lnSpc>
                <a:spcPct val="100000"/>
              </a:lnSpc>
              <a:spcBef>
                <a:spcPts val="0"/>
              </a:spcBef>
              <a:buNone/>
              <a:defRPr/>
            </a:lvl1pPr>
            <a:lvl2pPr indent="0" lvl="1" marL="0" algn="l">
              <a:lnSpc>
                <a:spcPct val="100000"/>
              </a:lnSpc>
              <a:spcBef>
                <a:spcPts val="0"/>
              </a:spcBef>
              <a:buNone/>
              <a:defRPr/>
            </a:lvl2pPr>
            <a:lvl3pPr indent="0" lvl="2" marL="0" algn="l">
              <a:lnSpc>
                <a:spcPct val="100000"/>
              </a:lnSpc>
              <a:spcBef>
                <a:spcPts val="0"/>
              </a:spcBef>
              <a:buNone/>
              <a:defRPr/>
            </a:lvl3pPr>
            <a:lvl4pPr indent="0" lvl="3" marL="0" algn="l">
              <a:lnSpc>
                <a:spcPct val="100000"/>
              </a:lnSpc>
              <a:spcBef>
                <a:spcPts val="0"/>
              </a:spcBef>
              <a:buNone/>
              <a:defRPr/>
            </a:lvl4pPr>
            <a:lvl5pPr indent="0" lvl="4" marL="0" algn="l">
              <a:lnSpc>
                <a:spcPct val="100000"/>
              </a:lnSpc>
              <a:spcBef>
                <a:spcPts val="0"/>
              </a:spcBef>
              <a:buNone/>
              <a:defRPr/>
            </a:lvl5pPr>
            <a:lvl6pPr indent="0" lvl="5" marL="0" algn="l">
              <a:lnSpc>
                <a:spcPct val="100000"/>
              </a:lnSpc>
              <a:spcBef>
                <a:spcPts val="0"/>
              </a:spcBef>
              <a:buNone/>
              <a:defRPr/>
            </a:lvl6pPr>
            <a:lvl7pPr indent="0" lvl="6" marL="0" algn="l">
              <a:lnSpc>
                <a:spcPct val="100000"/>
              </a:lnSpc>
              <a:spcBef>
                <a:spcPts val="0"/>
              </a:spcBef>
              <a:buNone/>
              <a:defRPr/>
            </a:lvl7pPr>
            <a:lvl8pPr indent="0" lvl="7" marL="0" algn="l">
              <a:lnSpc>
                <a:spcPct val="100000"/>
              </a:lnSpc>
              <a:spcBef>
                <a:spcPts val="0"/>
              </a:spcBef>
              <a:buNone/>
              <a:defRPr/>
            </a:lvl8pPr>
            <a:lvl9pPr indent="0" lvl="8" marL="0" algn="l">
              <a:lnSpc>
                <a:spcPct val="100000"/>
              </a:lnSpc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-DE"/>
              <a:t>Page </a:t>
            </a:r>
            <a:fld id="{00000000-1234-1234-1234-123412341234}" type="slidenum">
              <a:rPr lang="de-DE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pos="259">
          <p15:clr>
            <a:srgbClr val="65CEFF"/>
          </p15:clr>
        </p15:guide>
        <p15:guide id="2" pos="6472">
          <p15:clr>
            <a:srgbClr val="65CEFF"/>
          </p15:clr>
        </p15:guide>
        <p15:guide id="3" pos="7425">
          <p15:clr>
            <a:srgbClr val="65CEFF"/>
          </p15:clr>
        </p15:guide>
        <p15:guide id="4" orient="horz" pos="778">
          <p15:clr>
            <a:srgbClr val="65CEFF"/>
          </p15:clr>
        </p15:guide>
        <p15:guide id="5" orient="horz" pos="3658">
          <p15:clr>
            <a:srgbClr val="65CEFF"/>
          </p15:clr>
        </p15:guide>
        <p15:guide id="6" orient="horz" pos="4157">
          <p15:clr>
            <a:srgbClr val="65CEFF"/>
          </p15:clr>
        </p15:guide>
      </p15:sldGuideLst>
    </p:ext>
  </p:extLst>
</p:sldLayout>
</file>

<file path=ppt/slideLayouts/slideLayout8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 / Agenda">
  <p:cSld name="Table of contents / Agenda">
    <p:bg>
      <p:bgPr>
        <a:solidFill>
          <a:schemeClr val="dk2"/>
        </a:solidFill>
      </p:bgPr>
    </p:bg>
    <p:spTree>
      <p:nvGrpSpPr>
        <p:cNvPr id="492" name="Shape 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" name="Google Shape;493;p88"/>
          <p:cNvSpPr txBox="1"/>
          <p:nvPr>
            <p:ph type="title"/>
          </p:nvPr>
        </p:nvSpPr>
        <p:spPr>
          <a:xfrm>
            <a:off x="410400" y="478800"/>
            <a:ext cx="9863997" cy="576000"/>
          </a:xfrm>
          <a:prstGeom prst="rect">
            <a:avLst/>
          </a:prstGeom>
          <a:noFill/>
          <a:ln>
            <a:noFill/>
          </a:ln>
        </p:spPr>
        <p:txBody>
          <a:bodyPr anchorCtr="0" anchor="t" bIns="14400" lIns="0" spcFirstLastPara="1" rIns="32400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4" name="Google Shape;494;p88"/>
          <p:cNvSpPr txBox="1"/>
          <p:nvPr>
            <p:ph idx="11" type="ftr"/>
          </p:nvPr>
        </p:nvSpPr>
        <p:spPr>
          <a:xfrm>
            <a:off x="1059160" y="6310800"/>
            <a:ext cx="9216000" cy="54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120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5" name="Google Shape;495;p88"/>
          <p:cNvSpPr txBox="1"/>
          <p:nvPr>
            <p:ph idx="12" type="sldNum"/>
          </p:nvPr>
        </p:nvSpPr>
        <p:spPr>
          <a:xfrm>
            <a:off x="411162" y="6310800"/>
            <a:ext cx="648000" cy="54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1200" lIns="0" spcFirstLastPara="1" rIns="0" wrap="square" tIns="0">
            <a:noAutofit/>
          </a:bodyPr>
          <a:lstStyle>
            <a:lvl1pPr indent="0" lvl="0" marL="0" algn="l">
              <a:lnSpc>
                <a:spcPct val="100000"/>
              </a:lnSpc>
              <a:spcBef>
                <a:spcPts val="0"/>
              </a:spcBef>
              <a:buNone/>
              <a:defRPr/>
            </a:lvl1pPr>
            <a:lvl2pPr indent="0" lvl="1" marL="0" algn="l">
              <a:lnSpc>
                <a:spcPct val="100000"/>
              </a:lnSpc>
              <a:spcBef>
                <a:spcPts val="0"/>
              </a:spcBef>
              <a:buNone/>
              <a:defRPr/>
            </a:lvl2pPr>
            <a:lvl3pPr indent="0" lvl="2" marL="0" algn="l">
              <a:lnSpc>
                <a:spcPct val="100000"/>
              </a:lnSpc>
              <a:spcBef>
                <a:spcPts val="0"/>
              </a:spcBef>
              <a:buNone/>
              <a:defRPr/>
            </a:lvl3pPr>
            <a:lvl4pPr indent="0" lvl="3" marL="0" algn="l">
              <a:lnSpc>
                <a:spcPct val="100000"/>
              </a:lnSpc>
              <a:spcBef>
                <a:spcPts val="0"/>
              </a:spcBef>
              <a:buNone/>
              <a:defRPr/>
            </a:lvl4pPr>
            <a:lvl5pPr indent="0" lvl="4" marL="0" algn="l">
              <a:lnSpc>
                <a:spcPct val="100000"/>
              </a:lnSpc>
              <a:spcBef>
                <a:spcPts val="0"/>
              </a:spcBef>
              <a:buNone/>
              <a:defRPr/>
            </a:lvl5pPr>
            <a:lvl6pPr indent="0" lvl="5" marL="0" algn="l">
              <a:lnSpc>
                <a:spcPct val="100000"/>
              </a:lnSpc>
              <a:spcBef>
                <a:spcPts val="0"/>
              </a:spcBef>
              <a:buNone/>
              <a:defRPr/>
            </a:lvl6pPr>
            <a:lvl7pPr indent="0" lvl="6" marL="0" algn="l">
              <a:lnSpc>
                <a:spcPct val="100000"/>
              </a:lnSpc>
              <a:spcBef>
                <a:spcPts val="0"/>
              </a:spcBef>
              <a:buNone/>
              <a:defRPr/>
            </a:lvl7pPr>
            <a:lvl8pPr indent="0" lvl="7" marL="0" algn="l">
              <a:lnSpc>
                <a:spcPct val="100000"/>
              </a:lnSpc>
              <a:spcBef>
                <a:spcPts val="0"/>
              </a:spcBef>
              <a:buNone/>
              <a:defRPr/>
            </a:lvl8pPr>
            <a:lvl9pPr indent="0" lvl="8" marL="0" algn="l">
              <a:lnSpc>
                <a:spcPct val="100000"/>
              </a:lnSpc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-DE"/>
              <a:t>Page </a:t>
            </a:r>
            <a:fld id="{00000000-1234-1234-1234-123412341234}" type="slidenum">
              <a:rPr lang="de-DE"/>
              <a:t>‹#›</a:t>
            </a:fld>
            <a:endParaRPr/>
          </a:p>
        </p:txBody>
      </p:sp>
      <p:pic>
        <p:nvPicPr>
          <p:cNvPr id="496" name="Google Shape;496;p8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635188" y="6418800"/>
            <a:ext cx="1152000" cy="18316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pos="259">
          <p15:clr>
            <a:srgbClr val="65CEFF"/>
          </p15:clr>
        </p15:guide>
        <p15:guide id="2" pos="6472">
          <p15:clr>
            <a:srgbClr val="65CEFF"/>
          </p15:clr>
        </p15:guide>
        <p15:guide id="3" pos="7425">
          <p15:clr>
            <a:srgbClr val="65CEFF"/>
          </p15:clr>
        </p15:guide>
        <p15:guide id="4" orient="horz" pos="302">
          <p15:clr>
            <a:srgbClr val="65CEFF"/>
          </p15:clr>
        </p15:guide>
        <p15:guide id="5" orient="horz" pos="664">
          <p15:clr>
            <a:srgbClr val="65CEFF"/>
          </p15:clr>
        </p15:guide>
        <p15:guide id="6" orient="horz" pos="891">
          <p15:clr>
            <a:srgbClr val="65CEFF"/>
          </p15:clr>
        </p15:guide>
        <p15:guide id="7" orient="horz" pos="3658">
          <p15:clr>
            <a:srgbClr val="65CEFF"/>
          </p15:clr>
        </p15:guide>
        <p15:guide id="8" orient="horz" pos="3885">
          <p15:clr>
            <a:srgbClr val="65CEFF"/>
          </p15:clr>
        </p15:guide>
        <p15:guide id="9" orient="horz" pos="4157">
          <p15:clr>
            <a:srgbClr val="65CEFF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theme" Target="../theme/theme1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5.xml"/><Relationship Id="rId3" Type="http://schemas.openxmlformats.org/officeDocument/2006/relationships/slideLayout" Target="../slideLayouts/slideLayout6.xml"/><Relationship Id="rId4" Type="http://schemas.openxmlformats.org/officeDocument/2006/relationships/slideLayout" Target="../slideLayouts/slideLayout7.xml"/><Relationship Id="rId5" Type="http://schemas.openxmlformats.org/officeDocument/2006/relationships/slideLayout" Target="../slideLayouts/slideLayout8.xml"/><Relationship Id="rId6" Type="http://schemas.openxmlformats.org/officeDocument/2006/relationships/theme" Target="../theme/theme4.xml"/></Relationships>
</file>

<file path=ppt/slideMasters/_rels/slideMaster3.xml.rels><?xml version="1.0" encoding="UTF-8" standalone="yes"?><Relationships xmlns="http://schemas.openxmlformats.org/package/2006/relationships"><Relationship Id="rId1" Type="http://schemas.openxmlformats.org/officeDocument/2006/relationships/image" Target="../media/image4.jpg"/><Relationship Id="rId2" Type="http://schemas.openxmlformats.org/officeDocument/2006/relationships/image" Target="../media/image5.png"/><Relationship Id="rId3" Type="http://schemas.openxmlformats.org/officeDocument/2006/relationships/slideLayout" Target="../slideLayouts/slideLayout9.xml"/><Relationship Id="rId4" Type="http://schemas.openxmlformats.org/officeDocument/2006/relationships/slideLayout" Target="../slideLayouts/slideLayout10.xml"/><Relationship Id="rId5" Type="http://schemas.openxmlformats.org/officeDocument/2006/relationships/slideLayout" Target="../slideLayouts/slideLayout11.xml"/><Relationship Id="rId6" Type="http://schemas.openxmlformats.org/officeDocument/2006/relationships/slideLayout" Target="../slideLayouts/slideLayout12.xml"/><Relationship Id="rId7" Type="http://schemas.openxmlformats.org/officeDocument/2006/relationships/theme" Target="../theme/theme5.xml"/></Relationships>
</file>

<file path=ppt/slideMasters/_rels/slideMaster4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52.xml"/><Relationship Id="rId42" Type="http://schemas.openxmlformats.org/officeDocument/2006/relationships/slideLayout" Target="../slideLayouts/slideLayout54.xml"/><Relationship Id="rId41" Type="http://schemas.openxmlformats.org/officeDocument/2006/relationships/slideLayout" Target="../slideLayouts/slideLayout53.xml"/><Relationship Id="rId44" Type="http://schemas.openxmlformats.org/officeDocument/2006/relationships/slideLayout" Target="../slideLayouts/slideLayout56.xml"/><Relationship Id="rId43" Type="http://schemas.openxmlformats.org/officeDocument/2006/relationships/slideLayout" Target="../slideLayouts/slideLayout55.xml"/><Relationship Id="rId46" Type="http://schemas.openxmlformats.org/officeDocument/2006/relationships/slideLayout" Target="../slideLayouts/slideLayout58.xml"/><Relationship Id="rId45" Type="http://schemas.openxmlformats.org/officeDocument/2006/relationships/slideLayout" Target="../slideLayouts/slideLayout57.xml"/><Relationship Id="rId1" Type="http://schemas.openxmlformats.org/officeDocument/2006/relationships/slideLayout" Target="../slideLayouts/slideLayout13.xml"/><Relationship Id="rId2" Type="http://schemas.openxmlformats.org/officeDocument/2006/relationships/slideLayout" Target="../slideLayouts/slideLayout14.xml"/><Relationship Id="rId3" Type="http://schemas.openxmlformats.org/officeDocument/2006/relationships/slideLayout" Target="../slideLayouts/slideLayout15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48" Type="http://schemas.openxmlformats.org/officeDocument/2006/relationships/slideLayout" Target="../slideLayouts/slideLayout60.xml"/><Relationship Id="rId47" Type="http://schemas.openxmlformats.org/officeDocument/2006/relationships/slideLayout" Target="../slideLayouts/slideLayout59.xml"/><Relationship Id="rId49" Type="http://schemas.openxmlformats.org/officeDocument/2006/relationships/slideLayout" Target="../slideLayouts/slideLayout61.xml"/><Relationship Id="rId5" Type="http://schemas.openxmlformats.org/officeDocument/2006/relationships/slideLayout" Target="../slideLayouts/slideLayout17.xml"/><Relationship Id="rId6" Type="http://schemas.openxmlformats.org/officeDocument/2006/relationships/slideLayout" Target="../slideLayouts/slideLayout18.xml"/><Relationship Id="rId7" Type="http://schemas.openxmlformats.org/officeDocument/2006/relationships/slideLayout" Target="../slideLayouts/slideLayout19.xml"/><Relationship Id="rId8" Type="http://schemas.openxmlformats.org/officeDocument/2006/relationships/slideLayout" Target="../slideLayouts/slideLayout20.xml"/><Relationship Id="rId72" Type="http://schemas.openxmlformats.org/officeDocument/2006/relationships/theme" Target="../theme/theme2.xml"/><Relationship Id="rId31" Type="http://schemas.openxmlformats.org/officeDocument/2006/relationships/slideLayout" Target="../slideLayouts/slideLayout43.xml"/><Relationship Id="rId30" Type="http://schemas.openxmlformats.org/officeDocument/2006/relationships/slideLayout" Target="../slideLayouts/slideLayout42.xml"/><Relationship Id="rId33" Type="http://schemas.openxmlformats.org/officeDocument/2006/relationships/slideLayout" Target="../slideLayouts/slideLayout45.xml"/><Relationship Id="rId32" Type="http://schemas.openxmlformats.org/officeDocument/2006/relationships/slideLayout" Target="../slideLayouts/slideLayout44.xml"/><Relationship Id="rId35" Type="http://schemas.openxmlformats.org/officeDocument/2006/relationships/slideLayout" Target="../slideLayouts/slideLayout47.xml"/><Relationship Id="rId34" Type="http://schemas.openxmlformats.org/officeDocument/2006/relationships/slideLayout" Target="../slideLayouts/slideLayout46.xml"/><Relationship Id="rId71" Type="http://schemas.openxmlformats.org/officeDocument/2006/relationships/slideLayout" Target="../slideLayouts/slideLayout83.xml"/><Relationship Id="rId70" Type="http://schemas.openxmlformats.org/officeDocument/2006/relationships/slideLayout" Target="../slideLayouts/slideLayout82.xml"/><Relationship Id="rId37" Type="http://schemas.openxmlformats.org/officeDocument/2006/relationships/slideLayout" Target="../slideLayouts/slideLayout49.xml"/><Relationship Id="rId36" Type="http://schemas.openxmlformats.org/officeDocument/2006/relationships/slideLayout" Target="../slideLayouts/slideLayout48.xml"/><Relationship Id="rId39" Type="http://schemas.openxmlformats.org/officeDocument/2006/relationships/slideLayout" Target="../slideLayouts/slideLayout51.xml"/><Relationship Id="rId38" Type="http://schemas.openxmlformats.org/officeDocument/2006/relationships/slideLayout" Target="../slideLayouts/slideLayout50.xml"/><Relationship Id="rId62" Type="http://schemas.openxmlformats.org/officeDocument/2006/relationships/slideLayout" Target="../slideLayouts/slideLayout74.xml"/><Relationship Id="rId61" Type="http://schemas.openxmlformats.org/officeDocument/2006/relationships/slideLayout" Target="../slideLayouts/slideLayout73.xml"/><Relationship Id="rId20" Type="http://schemas.openxmlformats.org/officeDocument/2006/relationships/slideLayout" Target="../slideLayouts/slideLayout32.xml"/><Relationship Id="rId64" Type="http://schemas.openxmlformats.org/officeDocument/2006/relationships/slideLayout" Target="../slideLayouts/slideLayout76.xml"/><Relationship Id="rId63" Type="http://schemas.openxmlformats.org/officeDocument/2006/relationships/slideLayout" Target="../slideLayouts/slideLayout75.xml"/><Relationship Id="rId22" Type="http://schemas.openxmlformats.org/officeDocument/2006/relationships/slideLayout" Target="../slideLayouts/slideLayout34.xml"/><Relationship Id="rId66" Type="http://schemas.openxmlformats.org/officeDocument/2006/relationships/slideLayout" Target="../slideLayouts/slideLayout78.xml"/><Relationship Id="rId21" Type="http://schemas.openxmlformats.org/officeDocument/2006/relationships/slideLayout" Target="../slideLayouts/slideLayout33.xml"/><Relationship Id="rId65" Type="http://schemas.openxmlformats.org/officeDocument/2006/relationships/slideLayout" Target="../slideLayouts/slideLayout77.xml"/><Relationship Id="rId24" Type="http://schemas.openxmlformats.org/officeDocument/2006/relationships/slideLayout" Target="../slideLayouts/slideLayout36.xml"/><Relationship Id="rId68" Type="http://schemas.openxmlformats.org/officeDocument/2006/relationships/slideLayout" Target="../slideLayouts/slideLayout80.xml"/><Relationship Id="rId23" Type="http://schemas.openxmlformats.org/officeDocument/2006/relationships/slideLayout" Target="../slideLayouts/slideLayout35.xml"/><Relationship Id="rId67" Type="http://schemas.openxmlformats.org/officeDocument/2006/relationships/slideLayout" Target="../slideLayouts/slideLayout79.xml"/><Relationship Id="rId60" Type="http://schemas.openxmlformats.org/officeDocument/2006/relationships/slideLayout" Target="../slideLayouts/slideLayout72.xml"/><Relationship Id="rId26" Type="http://schemas.openxmlformats.org/officeDocument/2006/relationships/slideLayout" Target="../slideLayouts/slideLayout38.xml"/><Relationship Id="rId25" Type="http://schemas.openxmlformats.org/officeDocument/2006/relationships/slideLayout" Target="../slideLayouts/slideLayout37.xml"/><Relationship Id="rId69" Type="http://schemas.openxmlformats.org/officeDocument/2006/relationships/slideLayout" Target="../slideLayouts/slideLayout81.xml"/><Relationship Id="rId28" Type="http://schemas.openxmlformats.org/officeDocument/2006/relationships/slideLayout" Target="../slideLayouts/slideLayout40.xml"/><Relationship Id="rId27" Type="http://schemas.openxmlformats.org/officeDocument/2006/relationships/slideLayout" Target="../slideLayouts/slideLayout39.xml"/><Relationship Id="rId29" Type="http://schemas.openxmlformats.org/officeDocument/2006/relationships/slideLayout" Target="../slideLayouts/slideLayout41.xml"/><Relationship Id="rId51" Type="http://schemas.openxmlformats.org/officeDocument/2006/relationships/slideLayout" Target="../slideLayouts/slideLayout63.xml"/><Relationship Id="rId50" Type="http://schemas.openxmlformats.org/officeDocument/2006/relationships/slideLayout" Target="../slideLayouts/slideLayout62.xml"/><Relationship Id="rId53" Type="http://schemas.openxmlformats.org/officeDocument/2006/relationships/slideLayout" Target="../slideLayouts/slideLayout65.xml"/><Relationship Id="rId52" Type="http://schemas.openxmlformats.org/officeDocument/2006/relationships/slideLayout" Target="../slideLayouts/slideLayout64.xml"/><Relationship Id="rId11" Type="http://schemas.openxmlformats.org/officeDocument/2006/relationships/slideLayout" Target="../slideLayouts/slideLayout23.xml"/><Relationship Id="rId55" Type="http://schemas.openxmlformats.org/officeDocument/2006/relationships/slideLayout" Target="../slideLayouts/slideLayout67.xml"/><Relationship Id="rId10" Type="http://schemas.openxmlformats.org/officeDocument/2006/relationships/slideLayout" Target="../slideLayouts/slideLayout22.xml"/><Relationship Id="rId54" Type="http://schemas.openxmlformats.org/officeDocument/2006/relationships/slideLayout" Target="../slideLayouts/slideLayout66.xml"/><Relationship Id="rId13" Type="http://schemas.openxmlformats.org/officeDocument/2006/relationships/slideLayout" Target="../slideLayouts/slideLayout25.xml"/><Relationship Id="rId57" Type="http://schemas.openxmlformats.org/officeDocument/2006/relationships/slideLayout" Target="../slideLayouts/slideLayout69.xml"/><Relationship Id="rId12" Type="http://schemas.openxmlformats.org/officeDocument/2006/relationships/slideLayout" Target="../slideLayouts/slideLayout24.xml"/><Relationship Id="rId56" Type="http://schemas.openxmlformats.org/officeDocument/2006/relationships/slideLayout" Target="../slideLayouts/slideLayout68.xml"/><Relationship Id="rId15" Type="http://schemas.openxmlformats.org/officeDocument/2006/relationships/slideLayout" Target="../slideLayouts/slideLayout27.xml"/><Relationship Id="rId59" Type="http://schemas.openxmlformats.org/officeDocument/2006/relationships/slideLayout" Target="../slideLayouts/slideLayout71.xml"/><Relationship Id="rId14" Type="http://schemas.openxmlformats.org/officeDocument/2006/relationships/slideLayout" Target="../slideLayouts/slideLayout26.xml"/><Relationship Id="rId58" Type="http://schemas.openxmlformats.org/officeDocument/2006/relationships/slideLayout" Target="../slideLayouts/slideLayout70.xml"/><Relationship Id="rId17" Type="http://schemas.openxmlformats.org/officeDocument/2006/relationships/slideLayout" Target="../slideLayouts/slideLayout29.xml"/><Relationship Id="rId16" Type="http://schemas.openxmlformats.org/officeDocument/2006/relationships/slideLayout" Target="../slideLayouts/slideLayout28.xml"/><Relationship Id="rId19" Type="http://schemas.openxmlformats.org/officeDocument/2006/relationships/slideLayout" Target="../slideLayouts/slideLayout31.xml"/><Relationship Id="rId18" Type="http://schemas.openxmlformats.org/officeDocument/2006/relationships/slideLayout" Target="../slideLayouts/slideLayout30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719403" y="764120"/>
            <a:ext cx="11124403" cy="720197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600"/>
              <a:buFont typeface="Arial"/>
              <a:buNone/>
              <a:defRPr b="0" i="0" sz="2600" u="none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2"/>
          <p:cNvSpPr txBox="1"/>
          <p:nvPr>
            <p:ph idx="1" type="body"/>
          </p:nvPr>
        </p:nvSpPr>
        <p:spPr>
          <a:xfrm>
            <a:off x="719405" y="1700215"/>
            <a:ext cx="11124404" cy="4752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Noto Sans Symbols"/>
              <a:buNone/>
              <a:defRPr b="0" i="0" sz="2400" u="none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Noto Sans Symbols"/>
              <a:buChar char="🞂"/>
              <a:defRPr b="0" i="0" sz="1800" u="none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Noto Sans Symbols"/>
              <a:buChar char="🞂"/>
              <a:defRPr b="0" i="0" sz="2000" u="none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302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11363323" y="6570662"/>
            <a:ext cx="480483" cy="1968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1" i="0" sz="1000" u="none" cap="none" strike="noStrike">
                <a:solidFill>
                  <a:srgbClr val="003C6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1" i="0" sz="1000" u="none" cap="none" strike="noStrike">
                <a:solidFill>
                  <a:srgbClr val="003C6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1" i="0" sz="1000" u="none" cap="none" strike="noStrike">
                <a:solidFill>
                  <a:srgbClr val="003C6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1" i="0" sz="1000" u="none" cap="none" strike="noStrike">
                <a:solidFill>
                  <a:srgbClr val="003C6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1" i="0" sz="1000" u="none" cap="none" strike="noStrike">
                <a:solidFill>
                  <a:srgbClr val="003C6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1" i="0" sz="1000" u="none" cap="none" strike="noStrike">
                <a:solidFill>
                  <a:srgbClr val="003C69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1" i="0" sz="1000" u="none" cap="none" strike="noStrike">
                <a:solidFill>
                  <a:srgbClr val="003C69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1" i="0" sz="1000" u="none" cap="none" strike="noStrike">
                <a:solidFill>
                  <a:srgbClr val="003C69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1" i="0" sz="1000" u="none" cap="none" strike="noStrike">
                <a:solidFill>
                  <a:srgbClr val="003C6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  <p:pic>
        <p:nvPicPr>
          <p:cNvPr descr="Ein Bild, das Schrift, Text, Grafiken, Grafikdesign enthält.  Automatisch generierte Beschreibung" id="13" name="Google Shape;13;p2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9654546" y="404187"/>
            <a:ext cx="2189260" cy="386246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7"/>
          <p:cNvSpPr txBox="1"/>
          <p:nvPr>
            <p:ph type="title"/>
          </p:nvPr>
        </p:nvSpPr>
        <p:spPr>
          <a:xfrm>
            <a:off x="719403" y="764120"/>
            <a:ext cx="11124403" cy="720197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600"/>
              <a:buFont typeface="Arial"/>
              <a:buNone/>
              <a:defRPr b="0" i="0" sz="2600" u="none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35" name="Google Shape;35;p7"/>
          <p:cNvSpPr txBox="1"/>
          <p:nvPr>
            <p:ph idx="1" type="body"/>
          </p:nvPr>
        </p:nvSpPr>
        <p:spPr>
          <a:xfrm>
            <a:off x="719405" y="1700215"/>
            <a:ext cx="11124404" cy="4752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Noto Sans Symbols"/>
              <a:buNone/>
              <a:defRPr b="0" i="0" sz="2400" u="none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Noto Sans Symbols"/>
              <a:buChar char="🞂"/>
              <a:defRPr b="0" i="0" sz="1800" u="none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Noto Sans Symbols"/>
              <a:buChar char="🞂"/>
              <a:defRPr b="0" i="0" sz="2000" u="none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302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6" name="Google Shape;36;p7"/>
          <p:cNvSpPr txBox="1"/>
          <p:nvPr>
            <p:ph idx="12" type="sldNum"/>
          </p:nvPr>
        </p:nvSpPr>
        <p:spPr>
          <a:xfrm>
            <a:off x="11363323" y="6570662"/>
            <a:ext cx="480483" cy="1968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1" i="0" sz="1000" u="none" cap="none" strike="noStrike">
                <a:solidFill>
                  <a:srgbClr val="003C6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1" i="0" sz="1000" u="none" cap="none" strike="noStrike">
                <a:solidFill>
                  <a:srgbClr val="003C6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1" i="0" sz="1000" u="none" cap="none" strike="noStrike">
                <a:solidFill>
                  <a:srgbClr val="003C6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1" i="0" sz="1000" u="none" cap="none" strike="noStrike">
                <a:solidFill>
                  <a:srgbClr val="003C6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1" i="0" sz="1000" u="none" cap="none" strike="noStrike">
                <a:solidFill>
                  <a:srgbClr val="003C6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1" i="0" sz="1000" u="none" cap="none" strike="noStrike">
                <a:solidFill>
                  <a:srgbClr val="003C69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1" i="0" sz="1000" u="none" cap="none" strike="noStrike">
                <a:solidFill>
                  <a:srgbClr val="003C69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1" i="0" sz="1000" u="none" cap="none" strike="noStrike">
                <a:solidFill>
                  <a:srgbClr val="003C69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1" i="0" sz="1000" u="none" cap="none" strike="noStrike">
                <a:solidFill>
                  <a:srgbClr val="003C6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  <p:pic>
        <p:nvPicPr>
          <p:cNvPr descr="Ein Bild, das Schrift, Text, Grafiken, Grafikdesign enthält.&#10;&#10;Automatisch generierte Beschreibung" id="37" name="Google Shape;37;p7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9654546" y="211687"/>
            <a:ext cx="2189260" cy="386246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54" r:id="rId2"/>
    <p:sldLayoutId id="2147483655" r:id="rId3"/>
    <p:sldLayoutId id="2147483656" r:id="rId4"/>
    <p:sldLayoutId id="2147483657" r:id="rId5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2"/>
          <p:cNvSpPr txBox="1"/>
          <p:nvPr>
            <p:ph type="title"/>
          </p:nvPr>
        </p:nvSpPr>
        <p:spPr>
          <a:xfrm>
            <a:off x="719403" y="764120"/>
            <a:ext cx="11124403" cy="720197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600"/>
              <a:buFont typeface="Arial"/>
              <a:buNone/>
              <a:defRPr b="0" i="0" sz="2600" u="none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59" name="Google Shape;59;p12"/>
          <p:cNvSpPr txBox="1"/>
          <p:nvPr>
            <p:ph idx="1" type="body"/>
          </p:nvPr>
        </p:nvSpPr>
        <p:spPr>
          <a:xfrm>
            <a:off x="719405" y="1700215"/>
            <a:ext cx="11124404" cy="4752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Noto Sans Symbols"/>
              <a:buNone/>
              <a:defRPr b="0" i="0" sz="2400" u="none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Noto Sans Symbols"/>
              <a:buChar char="🞂"/>
              <a:defRPr b="0" i="0" sz="1800" u="none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Noto Sans Symbols"/>
              <a:buChar char="🞂"/>
              <a:defRPr b="0" i="0" sz="2000" u="none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302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0" name="Google Shape;60;p12"/>
          <p:cNvSpPr txBox="1"/>
          <p:nvPr>
            <p:ph idx="12" type="sldNum"/>
          </p:nvPr>
        </p:nvSpPr>
        <p:spPr>
          <a:xfrm>
            <a:off x="11088555" y="6525345"/>
            <a:ext cx="480483" cy="1968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1" i="0" sz="1000" u="none" cap="none" strike="noStrike">
                <a:solidFill>
                  <a:srgbClr val="003C6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1" i="0" sz="1000" u="none" cap="none" strike="noStrike">
                <a:solidFill>
                  <a:srgbClr val="003C6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1" i="0" sz="1000" u="none" cap="none" strike="noStrike">
                <a:solidFill>
                  <a:srgbClr val="003C6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1" i="0" sz="1000" u="none" cap="none" strike="noStrike">
                <a:solidFill>
                  <a:srgbClr val="003C6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1" i="0" sz="1000" u="none" cap="none" strike="noStrike">
                <a:solidFill>
                  <a:srgbClr val="003C6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1" i="0" sz="1000" u="none" cap="none" strike="noStrike">
                <a:solidFill>
                  <a:srgbClr val="003C69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1" i="0" sz="1000" u="none" cap="none" strike="noStrike">
                <a:solidFill>
                  <a:srgbClr val="003C69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1" i="0" sz="1000" u="none" cap="none" strike="noStrike">
                <a:solidFill>
                  <a:srgbClr val="003C69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1" i="0" sz="1000" u="none" cap="none" strike="noStrike">
                <a:solidFill>
                  <a:srgbClr val="003C6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  <p:pic>
        <p:nvPicPr>
          <p:cNvPr descr="aca_logo_DATW_4c_pos_300" id="61" name="Google Shape;61;p12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10780851" y="170072"/>
            <a:ext cx="1062955" cy="45008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Ein Bild, das Schrift, Text, Grafiken, Grafikdesign enthält.&#10;&#10;Automatisch generierte Beschreibung" id="62" name="Google Shape;62;p1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252318" y="175489"/>
            <a:ext cx="2189260" cy="386246"/>
          </a:xfrm>
          <a:prstGeom prst="rect">
            <a:avLst/>
          </a:prstGeom>
          <a:noFill/>
          <a:ln>
            <a:noFill/>
          </a:ln>
        </p:spPr>
      </p:pic>
      <p:sp>
        <p:nvSpPr>
          <p:cNvPr id="63" name="Google Shape;63;p12"/>
          <p:cNvSpPr/>
          <p:nvPr/>
        </p:nvSpPr>
        <p:spPr>
          <a:xfrm>
            <a:off x="0" y="2"/>
            <a:ext cx="575733" cy="1484313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3"/>
    <p:sldLayoutId id="2147483660" r:id="rId4"/>
    <p:sldLayoutId id="2147483661" r:id="rId5"/>
    <p:sldLayoutId id="2147483662" r:id="rId6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Masters/slideMaster4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7"/>
          <p:cNvSpPr/>
          <p:nvPr/>
        </p:nvSpPr>
        <p:spPr>
          <a:xfrm>
            <a:off x="1588" y="1588"/>
            <a:ext cx="1588" cy="1588"/>
          </a:xfrm>
          <a:prstGeom prst="rect">
            <a:avLst/>
          </a:prstGeom>
          <a:noFill/>
          <a:ln>
            <a:noFill/>
          </a:ln>
        </p:spPr>
      </p:sp>
      <p:sp>
        <p:nvSpPr>
          <p:cNvPr descr="Slide headline" id="84" name="Google Shape;84;p17"/>
          <p:cNvSpPr txBox="1"/>
          <p:nvPr>
            <p:ph type="title"/>
          </p:nvPr>
        </p:nvSpPr>
        <p:spPr>
          <a:xfrm>
            <a:off x="410400" y="478800"/>
            <a:ext cx="9863997" cy="576000"/>
          </a:xfrm>
          <a:prstGeom prst="rect">
            <a:avLst/>
          </a:prstGeom>
          <a:noFill/>
          <a:ln>
            <a:noFill/>
          </a:ln>
        </p:spPr>
        <p:txBody>
          <a:bodyPr anchorCtr="0" anchor="t" bIns="14400" lIns="0" spcFirstLastPara="1" rIns="324000" wrap="square" tIns="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Arial"/>
              <a:buNone/>
              <a:defRPr b="1" i="0" sz="20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descr="Content text frame" id="85" name="Google Shape;85;p17"/>
          <p:cNvSpPr txBox="1"/>
          <p:nvPr>
            <p:ph idx="1" type="body"/>
          </p:nvPr>
        </p:nvSpPr>
        <p:spPr>
          <a:xfrm>
            <a:off x="411161" y="1414800"/>
            <a:ext cx="7200000" cy="453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rtl="0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42900" lvl="2" marL="1371600" marR="0" rtl="0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descr="Footer with copyright, author and department information, and date" id="86" name="Google Shape;86;p17"/>
          <p:cNvSpPr txBox="1"/>
          <p:nvPr>
            <p:ph idx="11" type="ftr"/>
          </p:nvPr>
        </p:nvSpPr>
        <p:spPr>
          <a:xfrm>
            <a:off x="1059160" y="6310800"/>
            <a:ext cx="9216000" cy="54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1200" lIns="0" spcFirstLastPara="1" rIns="0" wrap="square" tIns="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descr="Page number" id="87" name="Google Shape;87;p17"/>
          <p:cNvSpPr txBox="1"/>
          <p:nvPr>
            <p:ph idx="12" type="sldNum"/>
          </p:nvPr>
        </p:nvSpPr>
        <p:spPr>
          <a:xfrm>
            <a:off x="411162" y="6310800"/>
            <a:ext cx="648000" cy="54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1200" lIns="0" spcFirstLastPara="1" rIns="0" wrap="square" tIns="0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buNone/>
              <a:defRPr b="1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buNone/>
              <a:defRPr b="1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buNone/>
              <a:defRPr b="1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buNone/>
              <a:defRPr b="1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buNone/>
              <a:defRPr b="1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buNone/>
              <a:defRPr b="1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buNone/>
              <a:defRPr b="1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buNone/>
              <a:defRPr b="1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buNone/>
              <a:defRPr b="1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-DE"/>
              <a:t>Page </a:t>
            </a:r>
            <a:fld id="{00000000-1234-1234-1234-123412341234}" type="slidenum">
              <a:rPr lang="de-DE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4" r:id="rId1"/>
    <p:sldLayoutId id="2147483665" r:id="rId2"/>
    <p:sldLayoutId id="2147483666" r:id="rId3"/>
    <p:sldLayoutId id="2147483667" r:id="rId4"/>
    <p:sldLayoutId id="2147483668" r:id="rId5"/>
    <p:sldLayoutId id="2147483669" r:id="rId6"/>
    <p:sldLayoutId id="2147483670" r:id="rId7"/>
    <p:sldLayoutId id="2147483671" r:id="rId8"/>
    <p:sldLayoutId id="2147483672" r:id="rId9"/>
    <p:sldLayoutId id="2147483673" r:id="rId10"/>
    <p:sldLayoutId id="2147483674" r:id="rId11"/>
    <p:sldLayoutId id="2147483675" r:id="rId12"/>
    <p:sldLayoutId id="2147483676" r:id="rId13"/>
    <p:sldLayoutId id="2147483677" r:id="rId14"/>
    <p:sldLayoutId id="2147483678" r:id="rId15"/>
    <p:sldLayoutId id="2147483679" r:id="rId16"/>
    <p:sldLayoutId id="2147483680" r:id="rId17"/>
    <p:sldLayoutId id="2147483681" r:id="rId18"/>
    <p:sldLayoutId id="2147483682" r:id="rId19"/>
    <p:sldLayoutId id="2147483683" r:id="rId20"/>
    <p:sldLayoutId id="2147483684" r:id="rId21"/>
    <p:sldLayoutId id="2147483685" r:id="rId22"/>
    <p:sldLayoutId id="2147483686" r:id="rId23"/>
    <p:sldLayoutId id="2147483687" r:id="rId24"/>
    <p:sldLayoutId id="2147483688" r:id="rId25"/>
    <p:sldLayoutId id="2147483689" r:id="rId26"/>
    <p:sldLayoutId id="2147483690" r:id="rId27"/>
    <p:sldLayoutId id="2147483691" r:id="rId28"/>
    <p:sldLayoutId id="2147483692" r:id="rId29"/>
    <p:sldLayoutId id="2147483693" r:id="rId30"/>
    <p:sldLayoutId id="2147483694" r:id="rId31"/>
    <p:sldLayoutId id="2147483695" r:id="rId32"/>
    <p:sldLayoutId id="2147483696" r:id="rId33"/>
    <p:sldLayoutId id="2147483697" r:id="rId34"/>
    <p:sldLayoutId id="2147483698" r:id="rId35"/>
    <p:sldLayoutId id="2147483699" r:id="rId36"/>
    <p:sldLayoutId id="2147483700" r:id="rId37"/>
    <p:sldLayoutId id="2147483701" r:id="rId38"/>
    <p:sldLayoutId id="2147483702" r:id="rId39"/>
    <p:sldLayoutId id="2147483703" r:id="rId40"/>
    <p:sldLayoutId id="2147483704" r:id="rId41"/>
    <p:sldLayoutId id="2147483705" r:id="rId42"/>
    <p:sldLayoutId id="2147483706" r:id="rId43"/>
    <p:sldLayoutId id="2147483707" r:id="rId44"/>
    <p:sldLayoutId id="2147483708" r:id="rId45"/>
    <p:sldLayoutId id="2147483709" r:id="rId46"/>
    <p:sldLayoutId id="2147483710" r:id="rId47"/>
    <p:sldLayoutId id="2147483711" r:id="rId48"/>
    <p:sldLayoutId id="2147483712" r:id="rId49"/>
    <p:sldLayoutId id="2147483713" r:id="rId50"/>
    <p:sldLayoutId id="2147483714" r:id="rId51"/>
    <p:sldLayoutId id="2147483715" r:id="rId52"/>
    <p:sldLayoutId id="2147483716" r:id="rId53"/>
    <p:sldLayoutId id="2147483717" r:id="rId54"/>
    <p:sldLayoutId id="2147483718" r:id="rId55"/>
    <p:sldLayoutId id="2147483719" r:id="rId56"/>
    <p:sldLayoutId id="2147483720" r:id="rId57"/>
    <p:sldLayoutId id="2147483721" r:id="rId58"/>
    <p:sldLayoutId id="2147483722" r:id="rId59"/>
    <p:sldLayoutId id="2147483723" r:id="rId60"/>
    <p:sldLayoutId id="2147483724" r:id="rId61"/>
    <p:sldLayoutId id="2147483725" r:id="rId62"/>
    <p:sldLayoutId id="2147483726" r:id="rId63"/>
    <p:sldLayoutId id="2147483727" r:id="rId64"/>
    <p:sldLayoutId id="2147483728" r:id="rId65"/>
    <p:sldLayoutId id="2147483729" r:id="rId66"/>
    <p:sldLayoutId id="2147483730" r:id="rId67"/>
    <p:sldLayoutId id="2147483731" r:id="rId68"/>
    <p:sldLayoutId id="2147483732" r:id="rId69"/>
    <p:sldLayoutId id="2147483733" r:id="rId70"/>
    <p:sldLayoutId id="2147483734" r:id="rId7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1" name="Shape 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Google Shape;502;p1"/>
          <p:cNvSpPr/>
          <p:nvPr/>
        </p:nvSpPr>
        <p:spPr>
          <a:xfrm>
            <a:off x="182632" y="147551"/>
            <a:ext cx="11826600" cy="6570600"/>
          </a:xfrm>
          <a:prstGeom prst="rect">
            <a:avLst/>
          </a:prstGeom>
          <a:noFill/>
          <a:ln cap="flat" cmpd="sng" w="25400">
            <a:solidFill>
              <a:srgbClr val="003C6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3C6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3" name="Google Shape;503;p1"/>
          <p:cNvSpPr/>
          <p:nvPr/>
        </p:nvSpPr>
        <p:spPr>
          <a:xfrm>
            <a:off x="2097508" y="4075410"/>
            <a:ext cx="9114769" cy="1101087"/>
          </a:xfrm>
          <a:prstGeom prst="homePlate">
            <a:avLst>
              <a:gd fmla="val 19496" name="adj"/>
            </a:avLst>
          </a:prstGeom>
          <a:solidFill>
            <a:srgbClr val="FFFFC1"/>
          </a:solidFill>
          <a:ln cap="flat" cmpd="sng" w="28575">
            <a:solidFill>
              <a:srgbClr val="FFC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FFFFFF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504" name="Google Shape;504;p1"/>
          <p:cNvSpPr/>
          <p:nvPr/>
        </p:nvSpPr>
        <p:spPr>
          <a:xfrm>
            <a:off x="2097508" y="1219126"/>
            <a:ext cx="9114769" cy="1033019"/>
          </a:xfrm>
          <a:prstGeom prst="homePlate">
            <a:avLst>
              <a:gd fmla="val 18972" name="adj"/>
            </a:avLst>
          </a:prstGeom>
          <a:solidFill>
            <a:srgbClr val="DCE7B3"/>
          </a:solidFill>
          <a:ln cap="flat" cmpd="sng" w="28575">
            <a:solidFill>
              <a:srgbClr val="ABC64A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FFFFFF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505" name="Google Shape;505;p1"/>
          <p:cNvSpPr/>
          <p:nvPr/>
        </p:nvSpPr>
        <p:spPr>
          <a:xfrm>
            <a:off x="2097508" y="2253044"/>
            <a:ext cx="9114769" cy="958522"/>
          </a:xfrm>
          <a:prstGeom prst="homePlate">
            <a:avLst>
              <a:gd fmla="val 21438" name="adj"/>
            </a:avLst>
          </a:prstGeom>
          <a:solidFill>
            <a:srgbClr val="BFD8EF"/>
          </a:solidFill>
          <a:ln cap="flat" cmpd="sng" w="2857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FFFFFF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506" name="Google Shape;506;p1"/>
          <p:cNvSpPr/>
          <p:nvPr/>
        </p:nvSpPr>
        <p:spPr>
          <a:xfrm>
            <a:off x="2097508" y="3214140"/>
            <a:ext cx="9114769" cy="861518"/>
          </a:xfrm>
          <a:prstGeom prst="homePlate">
            <a:avLst>
              <a:gd fmla="val 24818" name="adj"/>
            </a:avLst>
          </a:prstGeom>
          <a:solidFill>
            <a:srgbClr val="BFD8EF"/>
          </a:solidFill>
          <a:ln cap="flat" cmpd="sng" w="28575">
            <a:solidFill>
              <a:srgbClr val="296CA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FFFFFF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grpSp>
        <p:nvGrpSpPr>
          <p:cNvPr id="507" name="Google Shape;507;p1"/>
          <p:cNvGrpSpPr/>
          <p:nvPr/>
        </p:nvGrpSpPr>
        <p:grpSpPr>
          <a:xfrm>
            <a:off x="538184" y="1201723"/>
            <a:ext cx="307777" cy="4665678"/>
            <a:chOff x="485959" y="1606150"/>
            <a:chExt cx="307777" cy="4498616"/>
          </a:xfrm>
        </p:grpSpPr>
        <p:cxnSp>
          <p:nvCxnSpPr>
            <p:cNvPr id="508" name="Google Shape;508;p1"/>
            <p:cNvCxnSpPr/>
            <p:nvPr/>
          </p:nvCxnSpPr>
          <p:spPr>
            <a:xfrm rot="10800000">
              <a:off x="657574" y="1606150"/>
              <a:ext cx="0" cy="4498616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miter lim="800000"/>
              <a:headEnd len="lg" w="lg" type="stealth"/>
              <a:tailEnd len="lg" w="lg" type="stealth"/>
            </a:ln>
          </p:spPr>
        </p:cxnSp>
        <p:sp>
          <p:nvSpPr>
            <p:cNvPr id="509" name="Google Shape;509;p1"/>
            <p:cNvSpPr txBox="1"/>
            <p:nvPr/>
          </p:nvSpPr>
          <p:spPr>
            <a:xfrm rot="-5400000">
              <a:off x="-124230" y="3633922"/>
              <a:ext cx="1528156" cy="307777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3C69"/>
                </a:buClr>
                <a:buSzPts val="1400"/>
                <a:buFont typeface="Arial Narrow"/>
                <a:buNone/>
              </a:pPr>
              <a:r>
                <a:rPr b="1" i="0" lang="de-DE" sz="1400" u="none" cap="none" strike="noStrike">
                  <a:solidFill>
                    <a:srgbClr val="003C69"/>
                  </a:solidFill>
                  <a:latin typeface="Arial Narrow"/>
                  <a:ea typeface="Arial Narrow"/>
                  <a:cs typeface="Arial Narrow"/>
                  <a:sym typeface="Arial Narrow"/>
                </a:rPr>
                <a:t>Thematische Struktur</a:t>
              </a:r>
              <a:endParaRPr/>
            </a:p>
          </p:txBody>
        </p:sp>
      </p:grpSp>
      <p:sp>
        <p:nvSpPr>
          <p:cNvPr id="510" name="Google Shape;510;p1"/>
          <p:cNvSpPr txBox="1"/>
          <p:nvPr>
            <p:ph type="title"/>
          </p:nvPr>
        </p:nvSpPr>
        <p:spPr>
          <a:xfrm>
            <a:off x="872131" y="390793"/>
            <a:ext cx="11137237" cy="332399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3C69"/>
              </a:buClr>
              <a:buSzPts val="2400"/>
              <a:buFont typeface="Arial Narrow"/>
              <a:buNone/>
            </a:pPr>
            <a:r>
              <a:rPr b="1" lang="de-DE" sz="2400">
                <a:solidFill>
                  <a:srgbClr val="003C69"/>
                </a:solidFill>
                <a:latin typeface="Arial Narrow"/>
                <a:ea typeface="Arial Narrow"/>
                <a:cs typeface="Arial Narrow"/>
                <a:sym typeface="Arial Narrow"/>
              </a:rPr>
              <a:t>Die Geschäftsmodell-Roadmap des Forschungsbeirats Industrie 4.0</a:t>
            </a:r>
            <a:endParaRPr b="1" sz="1200">
              <a:solidFill>
                <a:srgbClr val="003C69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511" name="Google Shape;511;p1"/>
          <p:cNvSpPr txBox="1"/>
          <p:nvPr/>
        </p:nvSpPr>
        <p:spPr>
          <a:xfrm>
            <a:off x="3328761" y="819338"/>
            <a:ext cx="2081809" cy="2923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C69"/>
              </a:buClr>
              <a:buSzPts val="1300"/>
              <a:buFont typeface="Arial Narrow"/>
              <a:buNone/>
            </a:pPr>
            <a:r>
              <a:rPr b="1" i="0" lang="de-DE" sz="1300" u="none" cap="none" strike="noStrike">
                <a:solidFill>
                  <a:srgbClr val="003C69"/>
                </a:solidFill>
                <a:latin typeface="Arial Narrow"/>
                <a:ea typeface="Arial Narrow"/>
                <a:cs typeface="Arial Narrow"/>
                <a:sym typeface="Arial Narrow"/>
              </a:rPr>
              <a:t>Smart-Service-Anbieter</a:t>
            </a:r>
            <a:endParaRPr/>
          </a:p>
        </p:txBody>
      </p:sp>
      <p:sp>
        <p:nvSpPr>
          <p:cNvPr id="512" name="Google Shape;512;p1"/>
          <p:cNvSpPr txBox="1"/>
          <p:nvPr/>
        </p:nvSpPr>
        <p:spPr>
          <a:xfrm>
            <a:off x="5760279" y="683866"/>
            <a:ext cx="1842171" cy="2923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C69"/>
              </a:buClr>
              <a:buSzPts val="1300"/>
              <a:buFont typeface="Arial Narrow"/>
              <a:buNone/>
            </a:pPr>
            <a:r>
              <a:rPr b="1" i="0" lang="de-DE" sz="1300" u="none" cap="none" strike="noStrike">
                <a:solidFill>
                  <a:srgbClr val="003C69"/>
                </a:solidFill>
                <a:latin typeface="Arial Narrow"/>
                <a:ea typeface="Arial Narrow"/>
                <a:cs typeface="Arial Narrow"/>
                <a:sym typeface="Arial Narrow"/>
              </a:rPr>
              <a:t>Smart-Solution-Integrator</a:t>
            </a:r>
            <a:endParaRPr/>
          </a:p>
        </p:txBody>
      </p:sp>
      <p:sp>
        <p:nvSpPr>
          <p:cNvPr id="513" name="Google Shape;513;p1"/>
          <p:cNvSpPr txBox="1"/>
          <p:nvPr/>
        </p:nvSpPr>
        <p:spPr>
          <a:xfrm>
            <a:off x="8151068" y="904007"/>
            <a:ext cx="1833067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C69"/>
              </a:buClr>
              <a:buSzPts val="1600"/>
              <a:buFont typeface="Arial Narrow"/>
              <a:buNone/>
            </a:pPr>
            <a:r>
              <a:rPr b="1" i="0" lang="de-DE" sz="1600" u="none" cap="none" strike="noStrike">
                <a:solidFill>
                  <a:srgbClr val="003C69"/>
                </a:solidFill>
                <a:latin typeface="Arial Narrow"/>
                <a:ea typeface="Arial Narrow"/>
                <a:cs typeface="Arial Narrow"/>
                <a:sym typeface="Arial Narrow"/>
              </a:rPr>
              <a:t>Ökosystem-Vorreiter</a:t>
            </a:r>
            <a:endParaRPr/>
          </a:p>
        </p:txBody>
      </p:sp>
      <p:sp>
        <p:nvSpPr>
          <p:cNvPr id="514" name="Google Shape;514;p1"/>
          <p:cNvSpPr/>
          <p:nvPr/>
        </p:nvSpPr>
        <p:spPr>
          <a:xfrm>
            <a:off x="932790" y="1214292"/>
            <a:ext cx="2321002" cy="1033918"/>
          </a:xfrm>
          <a:prstGeom prst="homePlate">
            <a:avLst>
              <a:gd fmla="val 20329" name="adj"/>
            </a:avLst>
          </a:prstGeom>
          <a:solidFill>
            <a:srgbClr val="ABC64A"/>
          </a:solidFill>
          <a:ln cap="flat" cmpd="sng" w="28575">
            <a:solidFill>
              <a:srgbClr val="ABC6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72000" spcFirstLastPara="1" rIns="720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 Narrow"/>
              <a:buNone/>
            </a:pPr>
            <a:r>
              <a:rPr b="1" i="0" lang="de-DE" sz="1200" u="none" cap="none" strike="noStrike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rPr>
              <a:t>  Überlegenes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 Narrow"/>
              <a:buNone/>
            </a:pPr>
            <a:r>
              <a:rPr b="1" i="0" lang="de-DE" sz="1200" u="none" cap="none" strike="noStrike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rPr>
              <a:t>Nutzen-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 Narrow"/>
              <a:buNone/>
            </a:pPr>
            <a:r>
              <a:rPr b="1" i="0" lang="de-DE" sz="1200" u="none" cap="none" strike="noStrike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rPr>
              <a:t>versprechen</a:t>
            </a:r>
            <a:endParaRPr/>
          </a:p>
        </p:txBody>
      </p:sp>
      <p:sp>
        <p:nvSpPr>
          <p:cNvPr id="515" name="Google Shape;515;p1"/>
          <p:cNvSpPr/>
          <p:nvPr/>
        </p:nvSpPr>
        <p:spPr>
          <a:xfrm>
            <a:off x="1880019" y="3211394"/>
            <a:ext cx="1373773" cy="879437"/>
          </a:xfrm>
          <a:prstGeom prst="homePlate">
            <a:avLst>
              <a:gd fmla="val 22372" name="adj"/>
            </a:avLst>
          </a:prstGeom>
          <a:solidFill>
            <a:srgbClr val="A4CDDE"/>
          </a:solidFill>
          <a:ln cap="flat" cmpd="sng" w="28575">
            <a:solidFill>
              <a:srgbClr val="296CA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72000" spcFirstLastPara="1" rIns="720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 Narrow"/>
              <a:buNone/>
            </a:pPr>
            <a:r>
              <a:rPr b="1" i="0" lang="de-DE" sz="1200" u="none" cap="none" strike="noStrike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rPr>
              <a:t>      Horizontal</a:t>
            </a:r>
            <a:br>
              <a:rPr b="1" i="0" lang="de-DE" sz="1200" u="none" cap="none" strike="noStrike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rPr>
            </a:br>
            <a:r>
              <a:rPr b="1" i="0" lang="de-DE" sz="1200" u="none" cap="none" strike="noStrike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rPr>
              <a:t>            (extern)</a:t>
            </a:r>
            <a:endParaRPr/>
          </a:p>
        </p:txBody>
      </p:sp>
      <p:cxnSp>
        <p:nvCxnSpPr>
          <p:cNvPr id="516" name="Google Shape;516;p1"/>
          <p:cNvCxnSpPr/>
          <p:nvPr/>
        </p:nvCxnSpPr>
        <p:spPr>
          <a:xfrm>
            <a:off x="1993445" y="6464046"/>
            <a:ext cx="9218832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miter lim="800000"/>
            <a:headEnd len="lg" w="lg" type="stealth"/>
            <a:tailEnd len="lg" w="lg" type="stealth"/>
          </a:ln>
        </p:spPr>
      </p:cxnSp>
      <p:sp>
        <p:nvSpPr>
          <p:cNvPr id="517" name="Google Shape;517;p1"/>
          <p:cNvSpPr/>
          <p:nvPr/>
        </p:nvSpPr>
        <p:spPr>
          <a:xfrm>
            <a:off x="2097508" y="5178925"/>
            <a:ext cx="9114769" cy="1030548"/>
          </a:xfrm>
          <a:prstGeom prst="homePlate">
            <a:avLst>
              <a:gd fmla="val 20644" name="adj"/>
            </a:avLst>
          </a:prstGeom>
          <a:solidFill>
            <a:srgbClr val="FFFFC1"/>
          </a:solidFill>
          <a:ln cap="flat" cmpd="sng" w="28575">
            <a:solidFill>
              <a:srgbClr val="FFC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FFFFFF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518" name="Google Shape;518;p1"/>
          <p:cNvSpPr/>
          <p:nvPr/>
        </p:nvSpPr>
        <p:spPr>
          <a:xfrm>
            <a:off x="1880019" y="5177574"/>
            <a:ext cx="1373773" cy="1032421"/>
          </a:xfrm>
          <a:prstGeom prst="homePlate">
            <a:avLst>
              <a:gd fmla="val 15548" name="adj"/>
            </a:avLst>
          </a:prstGeom>
          <a:solidFill>
            <a:srgbClr val="FFEDB3"/>
          </a:solidFill>
          <a:ln cap="flat" cmpd="sng" w="28575">
            <a:solidFill>
              <a:srgbClr val="FFC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72000" spcFirstLastPara="1" rIns="720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 Narrow"/>
              <a:buNone/>
            </a:pPr>
            <a:r>
              <a:rPr b="1" i="0" lang="de-DE" sz="1200" u="none" cap="none" strike="noStrike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rPr>
              <a:t>    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 Narrow"/>
              <a:buNone/>
            </a:pPr>
            <a:r>
              <a:rPr b="1" i="0" lang="de-DE" sz="1200" u="none" cap="none" strike="noStrike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rPr>
              <a:t>     Monetari-</a:t>
            </a:r>
            <a:br>
              <a:rPr b="1" i="0" lang="de-DE" sz="1200" u="none" cap="none" strike="noStrike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rPr>
            </a:br>
            <a:r>
              <a:rPr b="1" i="0" lang="de-DE" sz="1200" u="none" cap="none" strike="noStrike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rPr>
              <a:t>         sisierung </a:t>
            </a:r>
            <a:br>
              <a:rPr b="1" i="0" lang="de-DE" sz="1200" u="none" cap="none" strike="noStrike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rPr>
            </a:br>
            <a:r>
              <a:rPr b="1" i="0" lang="de-DE" sz="1200" u="none" cap="none" strike="noStrike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rPr>
              <a:t>         von Daten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 Narrow"/>
              <a:buNone/>
            </a:pPr>
            <a:r>
              <a:rPr b="1" i="0" lang="de-DE" sz="1200" u="none" cap="none" strike="noStrike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rPr>
              <a:t>   </a:t>
            </a:r>
            <a:endParaRPr/>
          </a:p>
        </p:txBody>
      </p:sp>
      <p:cxnSp>
        <p:nvCxnSpPr>
          <p:cNvPr id="519" name="Google Shape;519;p1"/>
          <p:cNvCxnSpPr/>
          <p:nvPr/>
        </p:nvCxnSpPr>
        <p:spPr>
          <a:xfrm>
            <a:off x="5353682" y="739650"/>
            <a:ext cx="0" cy="5715448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dash"/>
            <a:miter lim="800000"/>
            <a:headEnd len="sm" w="sm" type="none"/>
            <a:tailEnd len="sm" w="sm" type="none"/>
          </a:ln>
        </p:spPr>
      </p:cxnSp>
      <p:cxnSp>
        <p:nvCxnSpPr>
          <p:cNvPr id="520" name="Google Shape;520;p1"/>
          <p:cNvCxnSpPr/>
          <p:nvPr/>
        </p:nvCxnSpPr>
        <p:spPr>
          <a:xfrm>
            <a:off x="7940539" y="739650"/>
            <a:ext cx="0" cy="5716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dash"/>
            <a:miter lim="800000"/>
            <a:headEnd len="sm" w="sm" type="none"/>
            <a:tailEnd len="sm" w="sm" type="none"/>
          </a:ln>
        </p:spPr>
      </p:cxnSp>
      <p:sp>
        <p:nvSpPr>
          <p:cNvPr id="521" name="Google Shape;521;p1"/>
          <p:cNvSpPr txBox="1"/>
          <p:nvPr/>
        </p:nvSpPr>
        <p:spPr>
          <a:xfrm rot="-5400000">
            <a:off x="9099464" y="3351920"/>
            <a:ext cx="4916235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C69"/>
              </a:buClr>
              <a:buSzPts val="1600"/>
              <a:buFont typeface="Arial Narrow"/>
              <a:buNone/>
            </a:pPr>
            <a:r>
              <a:rPr b="1" i="0" lang="de-DE" sz="1600" u="none" cap="none" strike="noStrike">
                <a:solidFill>
                  <a:srgbClr val="003C69"/>
                </a:solidFill>
                <a:latin typeface="Arial Narrow"/>
                <a:ea typeface="Arial Narrow"/>
                <a:cs typeface="Arial Narrow"/>
                <a:sym typeface="Arial Narrow"/>
              </a:rPr>
              <a:t>Agiles, meschzentriertes Unternehmen </a:t>
            </a:r>
            <a:br>
              <a:rPr b="1" i="0" lang="de-DE" sz="1600" u="none" cap="none" strike="noStrike">
                <a:solidFill>
                  <a:srgbClr val="003C69"/>
                </a:solidFill>
                <a:latin typeface="Arial Narrow"/>
                <a:ea typeface="Arial Narrow"/>
                <a:cs typeface="Arial Narrow"/>
                <a:sym typeface="Arial Narrow"/>
              </a:rPr>
            </a:br>
            <a:r>
              <a:rPr b="1" i="0" lang="de-DE" sz="1600" u="none" cap="none" strike="noStrike">
                <a:solidFill>
                  <a:srgbClr val="003C69"/>
                </a:solidFill>
                <a:latin typeface="Arial Narrow"/>
                <a:ea typeface="Arial Narrow"/>
                <a:cs typeface="Arial Narrow"/>
                <a:sym typeface="Arial Narrow"/>
              </a:rPr>
              <a:t>in dynamischen, digitalen Ökosystemen</a:t>
            </a:r>
            <a:endParaRPr/>
          </a:p>
        </p:txBody>
      </p:sp>
      <p:sp>
        <p:nvSpPr>
          <p:cNvPr id="522" name="Google Shape;522;p1"/>
          <p:cNvSpPr/>
          <p:nvPr/>
        </p:nvSpPr>
        <p:spPr>
          <a:xfrm>
            <a:off x="1752731" y="4097772"/>
            <a:ext cx="1501061" cy="1060115"/>
          </a:xfrm>
          <a:prstGeom prst="homePlate">
            <a:avLst>
              <a:gd fmla="val 17127" name="adj"/>
            </a:avLst>
          </a:prstGeom>
          <a:solidFill>
            <a:srgbClr val="FFD347"/>
          </a:solidFill>
          <a:ln cap="flat" cmpd="sng" w="28575">
            <a:solidFill>
              <a:srgbClr val="FFC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72000" spcFirstLastPara="1" rIns="720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 Narrow"/>
              <a:buNone/>
            </a:pPr>
            <a:r>
              <a:rPr b="1" i="0" lang="de-DE" sz="1200" u="none" cap="none" strike="noStrike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rPr>
              <a:t>       Dynamische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 Narrow"/>
              <a:buNone/>
            </a:pPr>
            <a:r>
              <a:rPr b="1" i="0" lang="de-DE" sz="1200" u="none" cap="none" strike="noStrike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rPr>
              <a:t>                  Erlös-</a:t>
            </a:r>
            <a:br>
              <a:rPr b="1" i="0" lang="de-DE" sz="1200" u="none" cap="none" strike="noStrike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rPr>
            </a:br>
            <a:r>
              <a:rPr b="1" i="0" lang="de-DE" sz="1200" u="none" cap="none" strike="noStrike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rPr>
              <a:t>       generierung</a:t>
            </a:r>
            <a:endParaRPr/>
          </a:p>
        </p:txBody>
      </p:sp>
      <p:sp>
        <p:nvSpPr>
          <p:cNvPr id="523" name="Google Shape;523;p1"/>
          <p:cNvSpPr/>
          <p:nvPr/>
        </p:nvSpPr>
        <p:spPr>
          <a:xfrm>
            <a:off x="932789" y="4080491"/>
            <a:ext cx="1083600" cy="2129564"/>
          </a:xfrm>
          <a:prstGeom prst="homePlate">
            <a:avLst>
              <a:gd fmla="val 12322" name="adj"/>
            </a:avLst>
          </a:prstGeom>
          <a:solidFill>
            <a:srgbClr val="FFC000"/>
          </a:solidFill>
          <a:ln cap="flat" cmpd="sng" w="28575">
            <a:solidFill>
              <a:srgbClr val="FFC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72000" spcFirstLastPara="1" rIns="720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 Narrow"/>
              <a:buNone/>
            </a:pPr>
            <a:r>
              <a:rPr b="1" i="0" lang="de-DE" sz="1200" u="none" cap="none" strike="noStrike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rPr>
              <a:t>         Ertrags-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 Narrow"/>
              <a:buNone/>
            </a:pPr>
            <a:r>
              <a:rPr b="1" i="0" lang="de-DE" sz="1200" u="none" cap="none" strike="noStrike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rPr>
              <a:t>       modell</a:t>
            </a:r>
            <a:endParaRPr b="1" i="0" sz="1200" u="none" cap="none" strike="noStrike">
              <a:solidFill>
                <a:srgbClr val="000000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524" name="Google Shape;524;p1"/>
          <p:cNvSpPr/>
          <p:nvPr/>
        </p:nvSpPr>
        <p:spPr>
          <a:xfrm>
            <a:off x="1854513" y="2239711"/>
            <a:ext cx="1399279" cy="966208"/>
          </a:xfrm>
          <a:prstGeom prst="homePlate">
            <a:avLst>
              <a:gd fmla="val 21222" name="adj"/>
            </a:avLst>
          </a:prstGeom>
          <a:solidFill>
            <a:srgbClr val="69ADC9"/>
          </a:solidFill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72000" spcFirstLastPara="1" rIns="72000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de-DE" sz="1200" u="none" cap="none" strike="noStrike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rPr>
              <a:t>     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de-DE" sz="1200" u="none" cap="none" strike="noStrike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rPr>
              <a:t>       Vertikal</a:t>
            </a:r>
            <a:br>
              <a:rPr b="1" i="0" lang="de-DE" sz="1200" u="none" cap="none" strike="noStrike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rPr>
            </a:br>
            <a:r>
              <a:rPr b="1" i="0" lang="de-DE" sz="1200" u="none" cap="none" strike="noStrike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rPr>
              <a:t>       (intern)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 Narrow"/>
              <a:buNone/>
            </a:pPr>
            <a:r>
              <a:rPr b="1" i="0" lang="de-DE" sz="1200" u="none" cap="none" strike="noStrike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rPr>
              <a:t>    </a:t>
            </a:r>
            <a:endParaRPr/>
          </a:p>
        </p:txBody>
      </p:sp>
      <p:sp>
        <p:nvSpPr>
          <p:cNvPr id="525" name="Google Shape;525;p1"/>
          <p:cNvSpPr/>
          <p:nvPr/>
        </p:nvSpPr>
        <p:spPr>
          <a:xfrm>
            <a:off x="932788" y="2239652"/>
            <a:ext cx="1083600" cy="1855692"/>
          </a:xfrm>
          <a:prstGeom prst="homePlate">
            <a:avLst>
              <a:gd fmla="val 12678" name="adj"/>
            </a:avLst>
          </a:prstGeom>
          <a:solidFill>
            <a:schemeClr val="accent1"/>
          </a:solidFill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72000" spcFirstLastPara="1" rIns="720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 Narrow"/>
              <a:buNone/>
            </a:pPr>
            <a:r>
              <a:rPr b="1" i="0" lang="de-DE" sz="1200" u="none" cap="none" strike="noStrike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rPr>
              <a:t>   Flexible,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 Narrow"/>
              <a:buNone/>
            </a:pPr>
            <a:r>
              <a:rPr b="1" i="0" lang="de-DE" sz="1200" u="none" cap="none" strike="noStrike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rPr>
              <a:t>     resiliente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 Narrow"/>
              <a:buNone/>
            </a:pPr>
            <a:r>
              <a:rPr b="1" i="0" lang="de-DE" sz="1200" u="none" cap="none" strike="noStrike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rPr>
              <a:t>      Wert-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 Narrow"/>
              <a:buNone/>
            </a:pPr>
            <a:r>
              <a:rPr b="1" i="0" lang="de-DE" sz="1200" u="none" cap="none" strike="noStrike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rPr>
              <a:t>    schöpfungs-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 Narrow"/>
              <a:buNone/>
            </a:pPr>
            <a:r>
              <a:rPr b="1" i="0" lang="de-DE" sz="1200" u="none" cap="none" strike="noStrike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rPr>
              <a:t>  architektur</a:t>
            </a:r>
            <a:endParaRPr b="1" i="0" sz="1200" u="none" cap="none" strike="noStrike">
              <a:solidFill>
                <a:srgbClr val="000000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526" name="Google Shape;526;p1"/>
          <p:cNvSpPr txBox="1"/>
          <p:nvPr/>
        </p:nvSpPr>
        <p:spPr>
          <a:xfrm>
            <a:off x="4550092" y="6283202"/>
            <a:ext cx="3900428" cy="307777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C69"/>
              </a:buClr>
              <a:buSzPts val="1400"/>
              <a:buFont typeface="Arial Narrow"/>
              <a:buNone/>
            </a:pPr>
            <a:r>
              <a:rPr b="1" i="0" lang="de-DE" sz="1400" u="none" cap="none" strike="noStrike">
                <a:solidFill>
                  <a:srgbClr val="003C69"/>
                </a:solidFill>
                <a:latin typeface="Arial Narrow"/>
                <a:ea typeface="Arial Narrow"/>
                <a:cs typeface="Arial Narrow"/>
                <a:sym typeface="Arial Narrow"/>
              </a:rPr>
              <a:t>Entwicklungsschritte in den nächsten     5-10 Jahren</a:t>
            </a:r>
            <a:endParaRPr/>
          </a:p>
        </p:txBody>
      </p:sp>
      <p:sp>
        <p:nvSpPr>
          <p:cNvPr id="527" name="Google Shape;527;p1"/>
          <p:cNvSpPr txBox="1"/>
          <p:nvPr/>
        </p:nvSpPr>
        <p:spPr>
          <a:xfrm>
            <a:off x="3288673" y="1276244"/>
            <a:ext cx="1895440" cy="419771"/>
          </a:xfrm>
          <a:prstGeom prst="rect">
            <a:avLst/>
          </a:prstGeom>
          <a:solidFill>
            <a:srgbClr val="C9DA8A"/>
          </a:solidFill>
          <a:ln cap="flat" cmpd="sng" w="19050">
            <a:solidFill>
              <a:srgbClr val="ABC6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36000" spcFirstLastPara="1" rIns="36000" wrap="square" tIns="36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 Narrow"/>
              <a:buNone/>
            </a:pPr>
            <a:r>
              <a:rPr b="0" i="0" lang="de-DE" sz="1200" u="none" cap="none" strike="noStrike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rPr>
              <a:t>Intelligente, vernetzte Produkte</a:t>
            </a:r>
            <a:br>
              <a:rPr b="0" i="0" lang="de-DE" sz="1200" u="none" cap="none" strike="noStrike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rPr>
            </a:br>
            <a:r>
              <a:rPr b="0" i="0" lang="de-DE" sz="1200" u="none" cap="none" strike="noStrike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rPr>
              <a:t>(Autonomie, Updatefähigkeit)</a:t>
            </a:r>
            <a:endParaRPr b="0" i="0" sz="1200" u="none" cap="none" strike="noStrike">
              <a:solidFill>
                <a:srgbClr val="000000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528" name="Google Shape;528;p1"/>
          <p:cNvSpPr txBox="1"/>
          <p:nvPr/>
        </p:nvSpPr>
        <p:spPr>
          <a:xfrm>
            <a:off x="3401417" y="1806204"/>
            <a:ext cx="1895440" cy="419771"/>
          </a:xfrm>
          <a:prstGeom prst="rect">
            <a:avLst/>
          </a:prstGeom>
          <a:solidFill>
            <a:srgbClr val="C9DA8A"/>
          </a:solidFill>
          <a:ln cap="flat" cmpd="sng" w="19050">
            <a:solidFill>
              <a:srgbClr val="ABC6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36000" spcFirstLastPara="1" rIns="36000" wrap="square" tIns="36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 Narrow"/>
              <a:buNone/>
            </a:pPr>
            <a:r>
              <a:rPr b="0" i="0" lang="de-DE" sz="1200" u="none" cap="none" strike="noStrike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rPr>
              <a:t>Nachhaltige, individuelle Produkt-Service-Bündel (XaaS)</a:t>
            </a:r>
            <a:endParaRPr b="0" i="0" sz="1200" u="none" cap="none" strike="noStrike">
              <a:solidFill>
                <a:srgbClr val="000000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529" name="Google Shape;529;p1"/>
          <p:cNvSpPr txBox="1"/>
          <p:nvPr/>
        </p:nvSpPr>
        <p:spPr>
          <a:xfrm>
            <a:off x="5469699" y="1761378"/>
            <a:ext cx="1949400" cy="419771"/>
          </a:xfrm>
          <a:prstGeom prst="rect">
            <a:avLst/>
          </a:prstGeom>
          <a:solidFill>
            <a:srgbClr val="C9DA8A"/>
          </a:solidFill>
          <a:ln cap="flat" cmpd="sng" w="19050">
            <a:solidFill>
              <a:srgbClr val="ABC6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36000" spcFirstLastPara="1" rIns="36000" wrap="square" tIns="36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 Narrow"/>
              <a:buNone/>
            </a:pPr>
            <a:r>
              <a:rPr b="0" i="0" lang="de-DE" sz="1200" u="none" cap="none" strike="noStrike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rPr>
              <a:t>Integriertes Leistungsangebot</a:t>
            </a:r>
            <a:br>
              <a:rPr b="0" i="0" lang="de-DE" sz="1200" u="none" cap="none" strike="noStrike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rPr>
            </a:br>
            <a:r>
              <a:rPr b="0" i="0" lang="de-DE" sz="1200" u="none" cap="none" strike="noStrike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rPr>
              <a:t>(HW &amp; SW inkl. Open Source)</a:t>
            </a:r>
            <a:endParaRPr b="0" i="0" sz="1200" u="none" cap="none" strike="noStrike">
              <a:solidFill>
                <a:srgbClr val="000000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530" name="Google Shape;530;p1"/>
          <p:cNvSpPr txBox="1"/>
          <p:nvPr/>
        </p:nvSpPr>
        <p:spPr>
          <a:xfrm>
            <a:off x="5466050" y="1255144"/>
            <a:ext cx="1949400" cy="461748"/>
          </a:xfrm>
          <a:prstGeom prst="rect">
            <a:avLst/>
          </a:prstGeom>
          <a:solidFill>
            <a:srgbClr val="C9DA8A"/>
          </a:solidFill>
          <a:ln cap="flat" cmpd="sng" w="19050">
            <a:solidFill>
              <a:srgbClr val="ABC6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36000" spcFirstLastPara="1" rIns="36000" wrap="square" tIns="36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 Narrow"/>
              <a:buNone/>
            </a:pPr>
            <a:r>
              <a:rPr b="0" i="0" lang="de-DE" sz="1200" u="none" cap="none" strike="noStrike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rPr>
              <a:t>Nutzerintegration/Co-Creation</a:t>
            </a:r>
            <a:endParaRPr b="0" i="0" sz="1200" u="none" cap="none" strike="noStrike">
              <a:solidFill>
                <a:srgbClr val="000000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531" name="Google Shape;531;p1"/>
          <p:cNvSpPr txBox="1"/>
          <p:nvPr/>
        </p:nvSpPr>
        <p:spPr>
          <a:xfrm>
            <a:off x="7527817" y="1372338"/>
            <a:ext cx="3438627" cy="352352"/>
          </a:xfrm>
          <a:prstGeom prst="rect">
            <a:avLst/>
          </a:prstGeom>
          <a:solidFill>
            <a:srgbClr val="C9DA8A"/>
          </a:solidFill>
          <a:ln cap="flat" cmpd="sng" w="19050">
            <a:solidFill>
              <a:srgbClr val="ABC6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36000" spcFirstLastPara="1" rIns="36000" wrap="square" tIns="36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 Narrow"/>
              <a:buNone/>
            </a:pPr>
            <a:r>
              <a:rPr b="0" i="0" lang="de-DE" sz="1200" u="none" cap="none" strike="noStrike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rPr>
              <a:t>Servicebasierte All-in-One-Lösungen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 Narrow"/>
              <a:buNone/>
            </a:pPr>
            <a:r>
              <a:rPr b="0" i="0" lang="de-DE" sz="1200" u="none" cap="none" strike="noStrike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rPr>
              <a:t>(Orchestration der Leistungen aus Ökosystem)</a:t>
            </a:r>
            <a:endParaRPr b="0" i="0" sz="1200" u="none" cap="none" strike="noStrike">
              <a:solidFill>
                <a:srgbClr val="000000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532" name="Google Shape;532;p1"/>
          <p:cNvSpPr txBox="1"/>
          <p:nvPr/>
        </p:nvSpPr>
        <p:spPr>
          <a:xfrm>
            <a:off x="7527817" y="1769844"/>
            <a:ext cx="3438630" cy="419771"/>
          </a:xfrm>
          <a:prstGeom prst="rect">
            <a:avLst/>
          </a:prstGeom>
          <a:solidFill>
            <a:srgbClr val="C9DA8A"/>
          </a:solidFill>
          <a:ln cap="flat" cmpd="sng" w="19050">
            <a:solidFill>
              <a:srgbClr val="ABC6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36000" spcFirstLastPara="1" rIns="0" wrap="square" tIns="36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 Narrow"/>
              <a:buNone/>
            </a:pPr>
            <a:r>
              <a:rPr b="0" i="0" lang="de-DE" sz="1200" u="none" cap="none" strike="noStrike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rPr>
              <a:t>Umfassende Lösungen der Nachhaltigkeit/Kreislaufwirtschaft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 Narrow"/>
              <a:buNone/>
            </a:pPr>
            <a:r>
              <a:rPr b="0" i="0" lang="de-DE" sz="1200" u="none" cap="none" strike="noStrike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rPr>
              <a:t>(Einbeziehung aller relevanten Akteure im Ökosystem)</a:t>
            </a:r>
            <a:endParaRPr b="0" i="0" sz="1200" u="none" cap="none" strike="noStrike">
              <a:solidFill>
                <a:srgbClr val="000000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533" name="Google Shape;533;p1"/>
          <p:cNvSpPr txBox="1"/>
          <p:nvPr/>
        </p:nvSpPr>
        <p:spPr>
          <a:xfrm>
            <a:off x="3364469" y="4250352"/>
            <a:ext cx="1949400" cy="783200"/>
          </a:xfrm>
          <a:prstGeom prst="rect">
            <a:avLst/>
          </a:prstGeom>
          <a:solidFill>
            <a:srgbClr val="FFD347"/>
          </a:solidFill>
          <a:ln cap="flat" cmpd="sng" w="19050">
            <a:solidFill>
              <a:srgbClr val="FFC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36000" spcFirstLastPara="1" rIns="36000" wrap="square" tIns="36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 Narrow"/>
              <a:buNone/>
            </a:pPr>
            <a:r>
              <a:rPr b="0" i="0" lang="de-DE" sz="1200" u="none" cap="none" strike="noStrike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rPr>
              <a:t>Flexible Bepreisung der Leistungsbündel über Lebens-zyklus hinweg (Pay-per-X; auch Monetarisierung Open Source)</a:t>
            </a:r>
            <a:endParaRPr b="0" i="0" sz="1200" u="none" cap="none" strike="noStrike">
              <a:solidFill>
                <a:srgbClr val="000000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534" name="Google Shape;534;p1"/>
          <p:cNvSpPr txBox="1"/>
          <p:nvPr/>
        </p:nvSpPr>
        <p:spPr>
          <a:xfrm>
            <a:off x="5523250" y="4157217"/>
            <a:ext cx="1949400" cy="783200"/>
          </a:xfrm>
          <a:prstGeom prst="rect">
            <a:avLst/>
          </a:prstGeom>
          <a:solidFill>
            <a:srgbClr val="FFD347"/>
          </a:solidFill>
          <a:ln cap="flat" cmpd="sng" w="19050">
            <a:solidFill>
              <a:srgbClr val="FFC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36000" spcFirstLastPara="1" rIns="36000" wrap="square" tIns="36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 Narrow"/>
              <a:buNone/>
            </a:pPr>
            <a:r>
              <a:rPr b="0" i="0" lang="de-DE" sz="1200" u="none" cap="none" strike="noStrike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rPr>
              <a:t>Integrierte Bepreisungs- und Erlösstrategien (über alle im Unternehmen bereitgestellten Produkte &amp; Services hinweg)</a:t>
            </a:r>
            <a:endParaRPr b="0" i="0" sz="1200" u="none" cap="none" strike="noStrike">
              <a:solidFill>
                <a:srgbClr val="000000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535" name="Google Shape;535;p1"/>
          <p:cNvSpPr txBox="1"/>
          <p:nvPr/>
        </p:nvSpPr>
        <p:spPr>
          <a:xfrm>
            <a:off x="6734577" y="4992229"/>
            <a:ext cx="1652928" cy="362331"/>
          </a:xfrm>
          <a:prstGeom prst="rect">
            <a:avLst/>
          </a:prstGeom>
          <a:solidFill>
            <a:srgbClr val="FFFF5B"/>
          </a:solidFill>
          <a:ln cap="flat" cmpd="sng" w="19050">
            <a:solidFill>
              <a:srgbClr val="FFC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36000" spcFirstLastPara="1" rIns="36000" wrap="square" tIns="36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 Narrow"/>
              <a:buNone/>
            </a:pPr>
            <a:r>
              <a:rPr b="0" i="0" lang="de-DE" sz="1200" u="none" cap="none" strike="noStrike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rPr>
              <a:t>Skalierungspotenzial </a:t>
            </a:r>
            <a:br>
              <a:rPr b="0" i="0" lang="de-DE" sz="1200" u="none" cap="none" strike="noStrike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rPr>
            </a:br>
            <a:r>
              <a:rPr b="0" i="0" lang="de-DE" sz="1200" u="none" cap="none" strike="noStrike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rPr>
              <a:t>von Erlösen</a:t>
            </a:r>
            <a:endParaRPr b="0" i="0" sz="1200" u="none" cap="none" strike="noStrike">
              <a:solidFill>
                <a:srgbClr val="000000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536" name="Google Shape;536;p1"/>
          <p:cNvSpPr txBox="1"/>
          <p:nvPr/>
        </p:nvSpPr>
        <p:spPr>
          <a:xfrm>
            <a:off x="8479068" y="4236982"/>
            <a:ext cx="2438401" cy="557890"/>
          </a:xfrm>
          <a:prstGeom prst="rect">
            <a:avLst/>
          </a:prstGeom>
          <a:solidFill>
            <a:srgbClr val="FFD347"/>
          </a:solidFill>
          <a:ln cap="flat" cmpd="sng" w="19050">
            <a:solidFill>
              <a:srgbClr val="FFC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36000" spcFirstLastPara="1" rIns="36000" wrap="square" tIns="36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 Narrow"/>
              <a:buNone/>
            </a:pPr>
            <a:r>
              <a:rPr b="0" i="0" lang="de-DE" sz="1200" u="none" cap="none" strike="noStrike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rPr>
              <a:t>Erlös-, Preis- &amp; Abrechnungskonzepte für innerhalb des Ökosystems generierte Leistungsbündel (z.B. Kreislaufwirtschaft)</a:t>
            </a:r>
            <a:endParaRPr b="0" i="0" sz="1200" u="none" cap="none" strike="noStrike">
              <a:solidFill>
                <a:srgbClr val="000000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537" name="Google Shape;537;p1"/>
          <p:cNvSpPr txBox="1"/>
          <p:nvPr/>
        </p:nvSpPr>
        <p:spPr>
          <a:xfrm>
            <a:off x="8457707" y="4907763"/>
            <a:ext cx="2459762" cy="557890"/>
          </a:xfrm>
          <a:prstGeom prst="rect">
            <a:avLst/>
          </a:prstGeom>
          <a:solidFill>
            <a:srgbClr val="FFD347"/>
          </a:solidFill>
          <a:ln cap="flat" cmpd="sng" w="19050">
            <a:solidFill>
              <a:srgbClr val="FFC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36000" spcFirstLastPara="1" rIns="36000" wrap="square" tIns="36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 Narrow"/>
              <a:buNone/>
            </a:pPr>
            <a:r>
              <a:rPr b="0" i="0" lang="de-DE" sz="1200" u="none" cap="none" strike="noStrike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rPr>
              <a:t>Bestimmung des Werts eine Ökosystems (Anreize: Partizipation / Datenaustausch / Orchestrierung)</a:t>
            </a:r>
            <a:endParaRPr b="0" i="0" sz="1200" u="none" cap="none" strike="noStrike">
              <a:solidFill>
                <a:srgbClr val="000000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538" name="Google Shape;538;p1"/>
          <p:cNvSpPr txBox="1"/>
          <p:nvPr/>
        </p:nvSpPr>
        <p:spPr>
          <a:xfrm>
            <a:off x="3306709" y="5254058"/>
            <a:ext cx="1949400" cy="907289"/>
          </a:xfrm>
          <a:prstGeom prst="rect">
            <a:avLst/>
          </a:prstGeom>
          <a:solidFill>
            <a:srgbClr val="FFEDB3"/>
          </a:solidFill>
          <a:ln cap="flat" cmpd="sng" w="19050">
            <a:solidFill>
              <a:srgbClr val="FFC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36000" spcFirstLastPara="1" rIns="36000" wrap="square" tIns="36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 Narrow"/>
              <a:buNone/>
            </a:pPr>
            <a:r>
              <a:rPr b="0" i="0" lang="de-DE" sz="1200" u="none" cap="none" strike="noStrike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rPr>
              <a:t>Wertermittlung &amp; Abrechnung von (Produkt-)Daten (</a:t>
            </a:r>
            <a:r>
              <a:rPr b="0" i="1" lang="de-DE" sz="1200" u="none" cap="none" strike="noStrike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rPr>
              <a:t>direkt</a:t>
            </a:r>
            <a:r>
              <a:rPr b="0" i="0" lang="de-DE" sz="1200" u="none" cap="none" strike="noStrike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rPr>
              <a:t>: für Teilen / Weitergabe: </a:t>
            </a:r>
            <a:r>
              <a:rPr b="0" i="1" lang="de-DE" sz="1200" u="none" cap="none" strike="noStrike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rPr>
              <a:t>indirekt</a:t>
            </a:r>
            <a:r>
              <a:rPr b="0" i="0" lang="de-DE" sz="1200" u="none" cap="none" strike="noStrike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rPr>
              <a:t> für Entwicklung eines darauf basierenden Service)</a:t>
            </a:r>
            <a:endParaRPr/>
          </a:p>
        </p:txBody>
      </p:sp>
      <p:sp>
        <p:nvSpPr>
          <p:cNvPr id="539" name="Google Shape;539;p1"/>
          <p:cNvSpPr txBox="1"/>
          <p:nvPr/>
        </p:nvSpPr>
        <p:spPr>
          <a:xfrm>
            <a:off x="5498506" y="5382092"/>
            <a:ext cx="1949400" cy="745387"/>
          </a:xfrm>
          <a:prstGeom prst="rect">
            <a:avLst/>
          </a:prstGeom>
          <a:solidFill>
            <a:srgbClr val="FFEDB3"/>
          </a:solidFill>
          <a:ln cap="flat" cmpd="sng" w="19050">
            <a:solidFill>
              <a:srgbClr val="FFC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36000" spcFirstLastPara="1" rIns="36000" wrap="square" tIns="36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 Narrow"/>
              <a:buNone/>
            </a:pPr>
            <a:r>
              <a:rPr b="0" i="0" lang="de-DE" sz="1200" u="none" cap="none" strike="noStrike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rPr>
              <a:t>Wertermittlung &amp; Abrechnung der Daten der Produkte und Services im Unternehmen </a:t>
            </a:r>
            <a:endParaRPr/>
          </a:p>
        </p:txBody>
      </p:sp>
      <p:sp>
        <p:nvSpPr>
          <p:cNvPr id="540" name="Google Shape;540;p1"/>
          <p:cNvSpPr txBox="1"/>
          <p:nvPr/>
        </p:nvSpPr>
        <p:spPr>
          <a:xfrm>
            <a:off x="8054529" y="5610603"/>
            <a:ext cx="2862939" cy="584960"/>
          </a:xfrm>
          <a:prstGeom prst="rect">
            <a:avLst/>
          </a:prstGeom>
          <a:solidFill>
            <a:srgbClr val="FFEDB3"/>
          </a:solidFill>
          <a:ln cap="flat" cmpd="sng" w="19050">
            <a:solidFill>
              <a:srgbClr val="FFC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36000" spcFirstLastPara="1" rIns="36000" wrap="square" tIns="36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 Narrow"/>
              <a:buNone/>
            </a:pPr>
            <a:r>
              <a:rPr b="0" i="0" lang="de-DE" sz="1200" u="none" cap="none" strike="noStrike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rPr>
              <a:t>Wertermittlung &amp; Abrechnung der Daten der Produkte und Services im Ökosystem </a:t>
            </a:r>
            <a:endParaRPr/>
          </a:p>
        </p:txBody>
      </p:sp>
      <p:sp>
        <p:nvSpPr>
          <p:cNvPr id="541" name="Google Shape;541;p1"/>
          <p:cNvSpPr txBox="1"/>
          <p:nvPr/>
        </p:nvSpPr>
        <p:spPr>
          <a:xfrm>
            <a:off x="4927600" y="3265794"/>
            <a:ext cx="6038847" cy="361476"/>
          </a:xfrm>
          <a:prstGeom prst="rect">
            <a:avLst/>
          </a:prstGeom>
          <a:solidFill>
            <a:srgbClr val="A6CEDF"/>
          </a:solidFill>
          <a:ln cap="flat" cmpd="sng" w="19050">
            <a:solidFill>
              <a:srgbClr val="0778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36000" spcFirstLastPara="1" rIns="36000" wrap="square" tIns="36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de-DE" sz="1200" u="none" cap="none" strike="noStrike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rPr>
              <a:t>Aufbau &amp; Betrieb von Serviceplattformen über verschiedene Domänen hinweg </a:t>
            </a:r>
            <a:br>
              <a:rPr b="0" i="0" lang="de-DE" sz="1200" u="none" cap="none" strike="noStrike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rPr>
            </a:br>
            <a:r>
              <a:rPr b="0" i="0" lang="de-DE" sz="1200" u="none" cap="none" strike="noStrike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rPr>
              <a:t>(Branchenkonvergenz; Lock-in-/Lock-out-Effekte)</a:t>
            </a:r>
            <a:endParaRPr/>
          </a:p>
        </p:txBody>
      </p:sp>
      <p:sp>
        <p:nvSpPr>
          <p:cNvPr id="542" name="Google Shape;542;p1"/>
          <p:cNvSpPr txBox="1"/>
          <p:nvPr/>
        </p:nvSpPr>
        <p:spPr>
          <a:xfrm>
            <a:off x="4927600" y="3670426"/>
            <a:ext cx="6038847" cy="361476"/>
          </a:xfrm>
          <a:prstGeom prst="rect">
            <a:avLst/>
          </a:prstGeom>
          <a:solidFill>
            <a:srgbClr val="A6CEDF"/>
          </a:solidFill>
          <a:ln cap="flat" cmpd="sng" w="19050">
            <a:solidFill>
              <a:srgbClr val="0778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36000" spcFirstLastPara="1" rIns="36000" wrap="square" tIns="36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de-DE" sz="1200" u="none" cap="none" strike="noStrike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rPr>
              <a:t>Entwicklung eines digitalen Ökosystems und zentrale Ausrichtung der Prozesse </a:t>
            </a:r>
            <a:br>
              <a:rPr b="0" i="0" lang="de-DE" sz="1200" u="none" cap="none" strike="noStrike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rPr>
            </a:br>
            <a:r>
              <a:rPr b="0" i="0" lang="de-DE" sz="1200" u="none" cap="none" strike="noStrike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rPr>
              <a:t>(Berücksichtigung der Aspekte: Vertrauen, Rollenverteilung, Konvergenz, Souveränität, Resilienz)</a:t>
            </a:r>
            <a:endParaRPr/>
          </a:p>
        </p:txBody>
      </p:sp>
      <p:sp>
        <p:nvSpPr>
          <p:cNvPr id="543" name="Google Shape;543;p1"/>
          <p:cNvSpPr txBox="1"/>
          <p:nvPr/>
        </p:nvSpPr>
        <p:spPr>
          <a:xfrm>
            <a:off x="7442752" y="2376536"/>
            <a:ext cx="3162792" cy="361476"/>
          </a:xfrm>
          <a:prstGeom prst="rect">
            <a:avLst/>
          </a:prstGeom>
          <a:solidFill>
            <a:srgbClr val="69ADC9"/>
          </a:solidFill>
          <a:ln cap="flat" cmpd="sng" w="19050">
            <a:solidFill>
              <a:srgbClr val="0778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36000" spcFirstLastPara="1" rIns="36000" wrap="square" tIns="36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de-DE" sz="1200" u="none" cap="none" strike="noStrike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rPr>
              <a:t>Service- und ökosystemzentrierte Struktur </a:t>
            </a:r>
            <a:br>
              <a:rPr b="0" i="0" lang="de-DE" sz="1200" u="none" cap="none" strike="noStrike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rPr>
            </a:br>
            <a:r>
              <a:rPr b="0" i="0" lang="de-DE" sz="1200" u="none" cap="none" strike="noStrike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rPr>
              <a:t>und Prozessgestaltung</a:t>
            </a:r>
            <a:endParaRPr/>
          </a:p>
        </p:txBody>
      </p:sp>
      <p:sp>
        <p:nvSpPr>
          <p:cNvPr id="544" name="Google Shape;544;p1"/>
          <p:cNvSpPr txBox="1"/>
          <p:nvPr/>
        </p:nvSpPr>
        <p:spPr>
          <a:xfrm>
            <a:off x="5638343" y="2779643"/>
            <a:ext cx="3385007" cy="361476"/>
          </a:xfrm>
          <a:prstGeom prst="rect">
            <a:avLst/>
          </a:prstGeom>
          <a:solidFill>
            <a:srgbClr val="69ADC9"/>
          </a:solidFill>
          <a:ln cap="flat" cmpd="sng" w="19050">
            <a:solidFill>
              <a:srgbClr val="0778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36000" spcFirstLastPara="1" rIns="36000" wrap="square" tIns="36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de-DE" sz="1200" u="none" cap="none" strike="noStrike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rPr>
              <a:t>Definition und Dokumentation der Prozesse und Schnittstellen zu internen/externen Partnern und Kunden</a:t>
            </a:r>
            <a:endParaRPr b="0" i="0" sz="1200" u="none" cap="none" strike="noStrike">
              <a:solidFill>
                <a:srgbClr val="000000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545" name="Google Shape;545;p1"/>
          <p:cNvSpPr txBox="1"/>
          <p:nvPr/>
        </p:nvSpPr>
        <p:spPr>
          <a:xfrm>
            <a:off x="3524691" y="2283398"/>
            <a:ext cx="3162792" cy="361476"/>
          </a:xfrm>
          <a:prstGeom prst="rect">
            <a:avLst/>
          </a:prstGeom>
          <a:solidFill>
            <a:srgbClr val="69ADC9"/>
          </a:solidFill>
          <a:ln cap="flat" cmpd="sng" w="19050">
            <a:solidFill>
              <a:srgbClr val="0778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36000" spcFirstLastPara="1" rIns="36000" wrap="square" tIns="36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de-DE" sz="1200" u="none" cap="none" strike="noStrike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rPr>
              <a:t>Ausrichtung der Struktur und internen </a:t>
            </a:r>
            <a:br>
              <a:rPr b="0" i="0" lang="de-DE" sz="1200" u="none" cap="none" strike="noStrike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rPr>
            </a:br>
            <a:r>
              <a:rPr b="0" i="0" lang="de-DE" sz="1200" u="none" cap="none" strike="noStrike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rPr>
              <a:t>Prozesse auf Smart Services</a:t>
            </a:r>
            <a:endParaRPr b="0" i="0" sz="1200" u="none" cap="none" strike="noStrike">
              <a:solidFill>
                <a:srgbClr val="000000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3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3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4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4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6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6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7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7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xmlns:r="http://schemas.openxmlformats.org/officeDocument/2006/relationships" name="5_Office Theme">
  <a:themeElements>
    <a:clrScheme name="Plattform Industrie 4.0">
      <a:dk1>
        <a:srgbClr val="000000"/>
      </a:dk1>
      <a:lt1>
        <a:srgbClr val="FFFFFF"/>
      </a:lt1>
      <a:dk2>
        <a:srgbClr val="0778A5"/>
      </a:dk2>
      <a:lt2>
        <a:srgbClr val="FFFFFF"/>
      </a:lt2>
      <a:accent1>
        <a:srgbClr val="0778A5"/>
      </a:accent1>
      <a:accent2>
        <a:srgbClr val="5F5F5F"/>
      </a:accent2>
      <a:accent3>
        <a:srgbClr val="6AAEC9"/>
      </a:accent3>
      <a:accent4>
        <a:srgbClr val="B5B7B8"/>
      </a:accent4>
      <a:accent5>
        <a:srgbClr val="B4D6E4"/>
      </a:accent5>
      <a:accent6>
        <a:srgbClr val="D8D8D8"/>
      </a:accent6>
      <a:hlink>
        <a:srgbClr val="6AAEC9"/>
      </a:hlink>
      <a:folHlink>
        <a:srgbClr val="9B250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emens 2022">
  <a:themeElements>
    <a:clrScheme name="Siemens AG Theme Color">
      <a:dk1>
        <a:srgbClr val="000000"/>
      </a:dk1>
      <a:lt1>
        <a:srgbClr val="FFFFFF"/>
      </a:lt1>
      <a:dk2>
        <a:srgbClr val="000028"/>
      </a:dk2>
      <a:lt2>
        <a:srgbClr val="F3F3F0"/>
      </a:lt2>
      <a:accent1>
        <a:srgbClr val="009999"/>
      </a:accent1>
      <a:accent2>
        <a:srgbClr val="00D7A0"/>
      </a:accent2>
      <a:accent3>
        <a:srgbClr val="00BEDC"/>
      </a:accent3>
      <a:accent4>
        <a:srgbClr val="0087BE"/>
      </a:accent4>
      <a:accent5>
        <a:srgbClr val="00557C"/>
      </a:accent5>
      <a:accent6>
        <a:srgbClr val="000028"/>
      </a:accent6>
      <a:hlink>
        <a:srgbClr val="00C1B6"/>
      </a:hlink>
      <a:folHlink>
        <a:srgbClr val="00C1B6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Larissa">
  <a:themeElements>
    <a:clrScheme name="Larissa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2_Office Theme">
  <a:themeElements>
    <a:clrScheme name="Plattform Industrie 4.0">
      <a:dk1>
        <a:srgbClr val="000000"/>
      </a:dk1>
      <a:lt1>
        <a:srgbClr val="FFFFFF"/>
      </a:lt1>
      <a:dk2>
        <a:srgbClr val="0778A5"/>
      </a:dk2>
      <a:lt2>
        <a:srgbClr val="FFFFFF"/>
      </a:lt2>
      <a:accent1>
        <a:srgbClr val="0778A5"/>
      </a:accent1>
      <a:accent2>
        <a:srgbClr val="5F5F5F"/>
      </a:accent2>
      <a:accent3>
        <a:srgbClr val="6AAEC9"/>
      </a:accent3>
      <a:accent4>
        <a:srgbClr val="B5B7B8"/>
      </a:accent4>
      <a:accent5>
        <a:srgbClr val="B4D6E4"/>
      </a:accent5>
      <a:accent6>
        <a:srgbClr val="D8D8D8"/>
      </a:accent6>
      <a:hlink>
        <a:srgbClr val="6AAEC9"/>
      </a:hlink>
      <a:folHlink>
        <a:srgbClr val="9B250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1_Office Theme">
  <a:themeElements>
    <a:clrScheme name="Plattform Industrie 4.0">
      <a:dk1>
        <a:srgbClr val="000000"/>
      </a:dk1>
      <a:lt1>
        <a:srgbClr val="FFFFFF"/>
      </a:lt1>
      <a:dk2>
        <a:srgbClr val="0778A5"/>
      </a:dk2>
      <a:lt2>
        <a:srgbClr val="FFFFFF"/>
      </a:lt2>
      <a:accent1>
        <a:srgbClr val="0778A5"/>
      </a:accent1>
      <a:accent2>
        <a:srgbClr val="5F5F5F"/>
      </a:accent2>
      <a:accent3>
        <a:srgbClr val="6AAEC9"/>
      </a:accent3>
      <a:accent4>
        <a:srgbClr val="B5B7B8"/>
      </a:accent4>
      <a:accent5>
        <a:srgbClr val="B4D6E4"/>
      </a:accent5>
      <a:accent6>
        <a:srgbClr val="D8D8D8"/>
      </a:accent6>
      <a:hlink>
        <a:srgbClr val="6AAEC9"/>
      </a:hlink>
      <a:folHlink>
        <a:srgbClr val="9B250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2016-03-18T14:24:00Z</dcterms:created>
  <dc:creator>acatech Projektbüro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0x0101009D8CF087C8D79040BE68003C1613D7D7</vt:lpwstr>
  </property>
  <property fmtid="{D5CDD505-2E9C-101B-9397-08002B2CF9AE}" pid="3" name="MediaServiceImageTags">
    <vt:lpwstr/>
  </property>
  <property fmtid="{D5CDD505-2E9C-101B-9397-08002B2CF9AE}" pid="4" name="MSIP_Label_913c8698-91e4-4004-8452-bbfb4b6b90bf_Enabled">
    <vt:lpwstr>true</vt:lpwstr>
  </property>
  <property fmtid="{D5CDD505-2E9C-101B-9397-08002B2CF9AE}" pid="5" name="MSIP_Label_913c8698-91e4-4004-8452-bbfb4b6b90bf_SetDate">
    <vt:lpwstr>2023-01-25T12:49:09Z</vt:lpwstr>
  </property>
  <property fmtid="{D5CDD505-2E9C-101B-9397-08002B2CF9AE}" pid="6" name="MSIP_Label_913c8698-91e4-4004-8452-bbfb4b6b90bf_Method">
    <vt:lpwstr>Standard</vt:lpwstr>
  </property>
  <property fmtid="{D5CDD505-2E9C-101B-9397-08002B2CF9AE}" pid="7" name="MSIP_Label_913c8698-91e4-4004-8452-bbfb4b6b90bf_Name">
    <vt:lpwstr>Restricted Use</vt:lpwstr>
  </property>
  <property fmtid="{D5CDD505-2E9C-101B-9397-08002B2CF9AE}" pid="8" name="MSIP_Label_913c8698-91e4-4004-8452-bbfb4b6b90bf_SiteId">
    <vt:lpwstr>4277a43b-2ad8-46cf-99f4-162b2d6d412c</vt:lpwstr>
  </property>
  <property fmtid="{D5CDD505-2E9C-101B-9397-08002B2CF9AE}" pid="9" name="MSIP_Label_913c8698-91e4-4004-8452-bbfb4b6b90bf_ActionId">
    <vt:lpwstr>63496326-6e8f-4865-8fe8-781af2569344</vt:lpwstr>
  </property>
  <property fmtid="{D5CDD505-2E9C-101B-9397-08002B2CF9AE}" pid="10" name="MSIP_Label_913c8698-91e4-4004-8452-bbfb4b6b90bf_ContentBits">
    <vt:lpwstr>2</vt:lpwstr>
  </property>
  <property fmtid="{D5CDD505-2E9C-101B-9397-08002B2CF9AE}" pid="11" name="ClassificationContentMarkingFooterLocations">
    <vt:lpwstr>1_Titel und Trennseiten:3\Titel mit Bild:3\Folgeseiten:5\Office Theme:3\2_Office Theme:4</vt:lpwstr>
  </property>
  <property fmtid="{D5CDD505-2E9C-101B-9397-08002B2CF9AE}" pid="12" name="ClassificationContentMarkingFooterText">
    <vt:lpwstr>Restricted Use</vt:lpwstr>
  </property>
</Properties>
</file>